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6" r:id="rId3"/>
    <p:sldId id="259" r:id="rId4"/>
    <p:sldId id="260" r:id="rId5"/>
    <p:sldId id="263" r:id="rId6"/>
    <p:sldId id="268" r:id="rId7"/>
    <p:sldId id="264" r:id="rId8"/>
    <p:sldId id="266" r:id="rId9"/>
    <p:sldId id="265" r:id="rId10"/>
    <p:sldId id="267" r:id="rId11"/>
    <p:sldId id="270" r:id="rId12"/>
    <p:sldId id="271" r:id="rId13"/>
    <p:sldId id="272" r:id="rId14"/>
    <p:sldId id="273" r:id="rId15"/>
    <p:sldId id="274" r:id="rId16"/>
    <p:sldId id="275" r:id="rId17"/>
    <p:sldId id="276" r:id="rId18"/>
  </p:sldIdLst>
  <p:sldSz cx="10972800" cy="8229600" type="B4JIS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3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C0FF"/>
    <a:srgbClr val="E7E6E6"/>
    <a:srgbClr val="000000"/>
    <a:srgbClr val="D9D9D9"/>
    <a:srgbClr val="F7F7F7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65" autoAdjust="0"/>
    <p:restoredTop sz="94343" autoAdjust="0"/>
  </p:normalViewPr>
  <p:slideViewPr>
    <p:cSldViewPr snapToGrid="0">
      <p:cViewPr varScale="1">
        <p:scale>
          <a:sx n="58" d="100"/>
          <a:sy n="58" d="100"/>
        </p:scale>
        <p:origin x="738" y="78"/>
      </p:cViewPr>
      <p:guideLst>
        <p:guide orient="horz" pos="2592"/>
        <p:guide pos="34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346836"/>
            <a:ext cx="932688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22446"/>
            <a:ext cx="82296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22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18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2051688"/>
            <a:ext cx="946404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5507358"/>
            <a:ext cx="946404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89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2190750"/>
            <a:ext cx="4663440" cy="52216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2190750"/>
            <a:ext cx="4663440" cy="52216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593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38152"/>
            <a:ext cx="946404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2017396"/>
            <a:ext cx="46420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3006090"/>
            <a:ext cx="4642008" cy="44215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2017396"/>
            <a:ext cx="466486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3006090"/>
            <a:ext cx="4664869" cy="44215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382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3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01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48640"/>
            <a:ext cx="353901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184912"/>
            <a:ext cx="555498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468880"/>
            <a:ext cx="353901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48640"/>
            <a:ext cx="353901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184912"/>
            <a:ext cx="555498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468880"/>
            <a:ext cx="353901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639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55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438150"/>
            <a:ext cx="2366010" cy="697420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438150"/>
            <a:ext cx="6960870" cy="697420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40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190750"/>
            <a:ext cx="946404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A246D-FA35-44B0-8EC4-2FDB6616116E}" type="datetimeFigureOut">
              <a:rPr lang="en-US" smtClean="0"/>
              <a:t>10/3/2020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15C1F-F93C-4741-AB2E-0868148448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361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86060" y="2153763"/>
            <a:ext cx="3952590" cy="4761387"/>
          </a:xfrm>
          <a:prstGeom prst="ellipse">
            <a:avLst/>
          </a:prstGeom>
          <a:solidFill>
            <a:srgbClr val="30C0FF"/>
          </a:solidFill>
          <a:ln w="31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20" dirty="0"/>
          </a:p>
        </p:txBody>
      </p:sp>
      <p:grpSp>
        <p:nvGrpSpPr>
          <p:cNvPr id="5" name="Group 4"/>
          <p:cNvGrpSpPr/>
          <p:nvPr/>
        </p:nvGrpSpPr>
        <p:grpSpPr>
          <a:xfrm>
            <a:off x="5203822" y="887411"/>
            <a:ext cx="4187828" cy="6454778"/>
            <a:chOff x="1641472" y="269872"/>
            <a:chExt cx="7689856" cy="7689856"/>
          </a:xfrm>
        </p:grpSpPr>
        <p:grpSp>
          <p:nvGrpSpPr>
            <p:cNvPr id="6" name="Group 5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10" name="Oval 9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1" name="Group 10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2" name="Straight Connector 11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" name="Oval 8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7" name="Oval 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59200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" name="Group 1084"/>
          <p:cNvGrpSpPr/>
          <p:nvPr/>
        </p:nvGrpSpPr>
        <p:grpSpPr>
          <a:xfrm>
            <a:off x="9436025" y="6161053"/>
            <a:ext cx="1125119" cy="1828800"/>
            <a:chOff x="355461" y="385761"/>
            <a:chExt cx="1580012" cy="2457736"/>
          </a:xfrm>
        </p:grpSpPr>
        <p:sp>
          <p:nvSpPr>
            <p:cNvPr id="1081" name="Flowchart: Delay 1080"/>
            <p:cNvSpPr/>
            <p:nvPr/>
          </p:nvSpPr>
          <p:spPr>
            <a:xfrm rot="16200000">
              <a:off x="828456" y="316531"/>
              <a:ext cx="642938" cy="781397"/>
            </a:xfrm>
            <a:prstGeom prst="flowChartDelay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84" name="Group 1083"/>
            <p:cNvGrpSpPr/>
            <p:nvPr/>
          </p:nvGrpSpPr>
          <p:grpSpPr>
            <a:xfrm>
              <a:off x="355461" y="588269"/>
              <a:ext cx="1580012" cy="2255228"/>
              <a:chOff x="355461" y="588269"/>
              <a:chExt cx="1580012" cy="2255228"/>
            </a:xfrm>
          </p:grpSpPr>
          <p:grpSp>
            <p:nvGrpSpPr>
              <p:cNvPr id="1073" name="Group 1072"/>
              <p:cNvGrpSpPr/>
              <p:nvPr/>
            </p:nvGrpSpPr>
            <p:grpSpPr>
              <a:xfrm>
                <a:off x="355461" y="824919"/>
                <a:ext cx="1580012" cy="2018578"/>
                <a:chOff x="1257076" y="-14416"/>
                <a:chExt cx="1580012" cy="2018578"/>
              </a:xfrm>
              <a:solidFill>
                <a:schemeClr val="tx1"/>
              </a:solidFill>
            </p:grpSpPr>
            <p:cxnSp>
              <p:nvCxnSpPr>
                <p:cNvPr id="230" name="Straight Connector 229"/>
                <p:cNvCxnSpPr/>
                <p:nvPr/>
              </p:nvCxnSpPr>
              <p:spPr>
                <a:xfrm>
                  <a:off x="2370470" y="733100"/>
                  <a:ext cx="466618" cy="1271062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72" name="Group 1071"/>
                <p:cNvGrpSpPr/>
                <p:nvPr/>
              </p:nvGrpSpPr>
              <p:grpSpPr>
                <a:xfrm>
                  <a:off x="1257076" y="-14416"/>
                  <a:ext cx="1494229" cy="1977975"/>
                  <a:chOff x="1257076" y="-14416"/>
                  <a:chExt cx="1494229" cy="1977975"/>
                </a:xfrm>
                <a:grpFill/>
              </p:grpSpPr>
              <p:sp>
                <p:nvSpPr>
                  <p:cNvPr id="1033" name="Rounded Rectangle 1032"/>
                  <p:cNvSpPr/>
                  <p:nvPr/>
                </p:nvSpPr>
                <p:spPr>
                  <a:xfrm>
                    <a:off x="1660838" y="-14416"/>
                    <a:ext cx="781396" cy="656935"/>
                  </a:xfrm>
                  <a:prstGeom prst="round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1035" name="Straight Connector 1034"/>
                  <p:cNvCxnSpPr/>
                  <p:nvPr/>
                </p:nvCxnSpPr>
                <p:spPr>
                  <a:xfrm>
                    <a:off x="1667981" y="759559"/>
                    <a:ext cx="737122" cy="0"/>
                  </a:xfrm>
                  <a:prstGeom prst="lin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7" name="Straight Connector 1036"/>
                  <p:cNvCxnSpPr/>
                  <p:nvPr/>
                </p:nvCxnSpPr>
                <p:spPr>
                  <a:xfrm flipH="1">
                    <a:off x="1257076" y="733100"/>
                    <a:ext cx="449119" cy="1230459"/>
                  </a:xfrm>
                  <a:prstGeom prst="lin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3" name="Straight Connector 1042"/>
                  <p:cNvCxnSpPr/>
                  <p:nvPr/>
                </p:nvCxnSpPr>
                <p:spPr>
                  <a:xfrm>
                    <a:off x="1619330" y="902633"/>
                    <a:ext cx="1131975" cy="832295"/>
                  </a:xfrm>
                  <a:prstGeom prst="lin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Connector 240"/>
                  <p:cNvCxnSpPr/>
                  <p:nvPr/>
                </p:nvCxnSpPr>
                <p:spPr>
                  <a:xfrm flipV="1">
                    <a:off x="1346207" y="895509"/>
                    <a:ext cx="1107523" cy="832110"/>
                  </a:xfrm>
                  <a:prstGeom prst="lin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083" name="Group 1082"/>
              <p:cNvGrpSpPr/>
              <p:nvPr/>
            </p:nvGrpSpPr>
            <p:grpSpPr>
              <a:xfrm>
                <a:off x="822960" y="588269"/>
                <a:ext cx="664275" cy="836615"/>
                <a:chOff x="822960" y="512064"/>
                <a:chExt cx="664275" cy="836615"/>
              </a:xfrm>
            </p:grpSpPr>
            <p:sp>
              <p:nvSpPr>
                <p:cNvPr id="1082" name="Rounded Rectangle 1081"/>
                <p:cNvSpPr/>
                <p:nvPr/>
              </p:nvSpPr>
              <p:spPr>
                <a:xfrm>
                  <a:off x="822960" y="512064"/>
                  <a:ext cx="664275" cy="114239"/>
                </a:xfrm>
                <a:prstGeom prst="roundRect">
                  <a:avLst/>
                </a:prstGeom>
                <a:solidFill>
                  <a:srgbClr val="30C0FF"/>
                </a:solidFill>
                <a:ln>
                  <a:solidFill>
                    <a:srgbClr val="30C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7" name="Rounded Rectangle 276"/>
                <p:cNvSpPr/>
                <p:nvPr/>
              </p:nvSpPr>
              <p:spPr>
                <a:xfrm>
                  <a:off x="822960" y="685800"/>
                  <a:ext cx="664275" cy="114239"/>
                </a:xfrm>
                <a:prstGeom prst="roundRect">
                  <a:avLst/>
                </a:prstGeom>
                <a:solidFill>
                  <a:srgbClr val="30C0FF"/>
                </a:solidFill>
                <a:ln>
                  <a:solidFill>
                    <a:srgbClr val="30C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8" name="Rounded Rectangle 277"/>
                <p:cNvSpPr/>
                <p:nvPr/>
              </p:nvSpPr>
              <p:spPr>
                <a:xfrm>
                  <a:off x="822960" y="868680"/>
                  <a:ext cx="664275" cy="114239"/>
                </a:xfrm>
                <a:prstGeom prst="roundRect">
                  <a:avLst/>
                </a:prstGeom>
                <a:solidFill>
                  <a:srgbClr val="30C0FF"/>
                </a:solidFill>
                <a:ln>
                  <a:solidFill>
                    <a:srgbClr val="30C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9" name="Rounded Rectangle 278"/>
                <p:cNvSpPr/>
                <p:nvPr/>
              </p:nvSpPr>
              <p:spPr>
                <a:xfrm>
                  <a:off x="822960" y="1051560"/>
                  <a:ext cx="664275" cy="114239"/>
                </a:xfrm>
                <a:prstGeom prst="roundRect">
                  <a:avLst/>
                </a:prstGeom>
                <a:solidFill>
                  <a:srgbClr val="30C0FF"/>
                </a:solidFill>
                <a:ln>
                  <a:solidFill>
                    <a:srgbClr val="30C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0" name="Rounded Rectangle 279"/>
                <p:cNvSpPr/>
                <p:nvPr/>
              </p:nvSpPr>
              <p:spPr>
                <a:xfrm>
                  <a:off x="822960" y="1234440"/>
                  <a:ext cx="664275" cy="114239"/>
                </a:xfrm>
                <a:prstGeom prst="roundRect">
                  <a:avLst/>
                </a:prstGeom>
                <a:solidFill>
                  <a:srgbClr val="30C0FF"/>
                </a:solidFill>
                <a:ln>
                  <a:solidFill>
                    <a:srgbClr val="30C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9" name="Group 8"/>
          <p:cNvGrpSpPr/>
          <p:nvPr/>
        </p:nvGrpSpPr>
        <p:grpSpPr>
          <a:xfrm>
            <a:off x="-229221" y="5966468"/>
            <a:ext cx="2384254" cy="1993172"/>
            <a:chOff x="-635795" y="5489602"/>
            <a:chExt cx="2938651" cy="2429148"/>
          </a:xfrm>
        </p:grpSpPr>
        <p:sp>
          <p:nvSpPr>
            <p:cNvPr id="2" name="Rectangle 1"/>
            <p:cNvSpPr/>
            <p:nvPr/>
          </p:nvSpPr>
          <p:spPr>
            <a:xfrm>
              <a:off x="-635795" y="5900277"/>
              <a:ext cx="899160" cy="601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-457200" y="5489602"/>
              <a:ext cx="2760056" cy="2429148"/>
              <a:chOff x="-529900" y="5489602"/>
              <a:chExt cx="2760056" cy="2429148"/>
            </a:xfrm>
          </p:grpSpPr>
          <p:grpSp>
            <p:nvGrpSpPr>
              <p:cNvPr id="1028" name="Group 1027"/>
              <p:cNvGrpSpPr/>
              <p:nvPr/>
            </p:nvGrpSpPr>
            <p:grpSpPr>
              <a:xfrm>
                <a:off x="-529900" y="5489602"/>
                <a:ext cx="2760056" cy="2429148"/>
                <a:chOff x="8184393" y="177953"/>
                <a:chExt cx="2760056" cy="2429148"/>
              </a:xfrm>
            </p:grpSpPr>
            <p:grpSp>
              <p:nvGrpSpPr>
                <p:cNvPr id="191" name="Group 190"/>
                <p:cNvGrpSpPr/>
                <p:nvPr/>
              </p:nvGrpSpPr>
              <p:grpSpPr>
                <a:xfrm>
                  <a:off x="8184393" y="177953"/>
                  <a:ext cx="2760056" cy="2429148"/>
                  <a:chOff x="8023224" y="77346"/>
                  <a:chExt cx="2760056" cy="2429148"/>
                </a:xfrm>
              </p:grpSpPr>
              <p:pic>
                <p:nvPicPr>
                  <p:cNvPr id="1026" name="Picture 2" descr="Grass Roots – Ocean Graphic Design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saturation sat="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038676" y="77346"/>
                    <a:ext cx="2429148" cy="2429148"/>
                  </a:xfrm>
                  <a:prstGeom prst="rect">
                    <a:avLst/>
                  </a:prstGeom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90" name="Rectangle 189"/>
                  <p:cNvSpPr/>
                  <p:nvPr/>
                </p:nvSpPr>
                <p:spPr>
                  <a:xfrm>
                    <a:off x="8023224" y="865597"/>
                    <a:ext cx="1128632" cy="46838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 smtClean="0"/>
                      <a:t>0</a:t>
                    </a:r>
                    <a:endParaRPr lang="en-US" dirty="0"/>
                  </a:p>
                </p:txBody>
              </p:sp>
              <p:sp>
                <p:nvSpPr>
                  <p:cNvPr id="192" name="Rectangle 191"/>
                  <p:cNvSpPr/>
                  <p:nvPr/>
                </p:nvSpPr>
                <p:spPr>
                  <a:xfrm>
                    <a:off x="9348592" y="750308"/>
                    <a:ext cx="1135800" cy="41190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 smtClean="0"/>
                      <a:t>0</a:t>
                    </a:r>
                    <a:endParaRPr lang="en-US" dirty="0"/>
                  </a:p>
                </p:txBody>
              </p:sp>
              <p:sp>
                <p:nvSpPr>
                  <p:cNvPr id="193" name="Rectangle 192"/>
                  <p:cNvSpPr/>
                  <p:nvPr/>
                </p:nvSpPr>
                <p:spPr>
                  <a:xfrm>
                    <a:off x="9666474" y="915925"/>
                    <a:ext cx="1116806" cy="41190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 smtClean="0"/>
                      <a:t>0</a:t>
                    </a:r>
                    <a:endParaRPr lang="en-US" dirty="0"/>
                  </a:p>
                </p:txBody>
              </p:sp>
            </p:grpSp>
            <p:sp>
              <p:nvSpPr>
                <p:cNvPr id="1024" name="Rounded Rectangle 1023"/>
                <p:cNvSpPr/>
                <p:nvPr/>
              </p:nvSpPr>
              <p:spPr>
                <a:xfrm>
                  <a:off x="9055132" y="1428433"/>
                  <a:ext cx="1019175" cy="171773"/>
                </a:xfrm>
                <a:prstGeom prst="roundRect">
                  <a:avLst/>
                </a:prstGeom>
                <a:solidFill>
                  <a:srgbClr val="30C0FF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n>
                      <a:solidFill>
                        <a:schemeClr val="accent1">
                          <a:lumMod val="75000"/>
                        </a:schemeClr>
                      </a:solidFill>
                    </a:ln>
                    <a:noFill/>
                  </a:endParaRPr>
                </a:p>
              </p:txBody>
            </p:sp>
            <p:sp>
              <p:nvSpPr>
                <p:cNvPr id="196" name="Rounded Rectangle 195"/>
                <p:cNvSpPr/>
                <p:nvPr/>
              </p:nvSpPr>
              <p:spPr>
                <a:xfrm>
                  <a:off x="9055132" y="1657033"/>
                  <a:ext cx="1019175" cy="171773"/>
                </a:xfrm>
                <a:prstGeom prst="roundRect">
                  <a:avLst/>
                </a:prstGeom>
                <a:solidFill>
                  <a:srgbClr val="30C0FF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n>
                      <a:solidFill>
                        <a:schemeClr val="accent1">
                          <a:lumMod val="75000"/>
                        </a:schemeClr>
                      </a:solidFill>
                    </a:ln>
                    <a:noFill/>
                  </a:endParaRPr>
                </a:p>
              </p:txBody>
            </p:sp>
            <p:sp>
              <p:nvSpPr>
                <p:cNvPr id="197" name="Rounded Rectangle 196"/>
                <p:cNvSpPr/>
                <p:nvPr/>
              </p:nvSpPr>
              <p:spPr>
                <a:xfrm>
                  <a:off x="9050993" y="1884725"/>
                  <a:ext cx="1019175" cy="171773"/>
                </a:xfrm>
                <a:prstGeom prst="roundRect">
                  <a:avLst/>
                </a:prstGeom>
                <a:solidFill>
                  <a:srgbClr val="30C0FF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n>
                      <a:solidFill>
                        <a:schemeClr val="accent1">
                          <a:lumMod val="75000"/>
                        </a:schemeClr>
                      </a:solidFill>
                    </a:ln>
                    <a:noFill/>
                  </a:endParaRPr>
                </a:p>
              </p:txBody>
            </p:sp>
            <p:sp>
              <p:nvSpPr>
                <p:cNvPr id="199" name="Rounded Rectangle 198"/>
                <p:cNvSpPr/>
                <p:nvPr/>
              </p:nvSpPr>
              <p:spPr>
                <a:xfrm>
                  <a:off x="9055132" y="2113325"/>
                  <a:ext cx="1019175" cy="171773"/>
                </a:xfrm>
                <a:prstGeom prst="roundRect">
                  <a:avLst/>
                </a:prstGeom>
                <a:solidFill>
                  <a:srgbClr val="30C0FF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n>
                      <a:solidFill>
                        <a:schemeClr val="accent1">
                          <a:lumMod val="75000"/>
                        </a:schemeClr>
                      </a:solidFill>
                    </a:ln>
                    <a:noFill/>
                  </a:endParaRPr>
                </a:p>
              </p:txBody>
            </p:sp>
            <p:sp>
              <p:nvSpPr>
                <p:cNvPr id="200" name="Rounded Rectangle 199"/>
                <p:cNvSpPr/>
                <p:nvPr/>
              </p:nvSpPr>
              <p:spPr>
                <a:xfrm>
                  <a:off x="9050993" y="2341925"/>
                  <a:ext cx="1019175" cy="171773"/>
                </a:xfrm>
                <a:prstGeom prst="roundRect">
                  <a:avLst/>
                </a:prstGeom>
                <a:solidFill>
                  <a:srgbClr val="30C0FF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n>
                      <a:solidFill>
                        <a:schemeClr val="accent1">
                          <a:lumMod val="75000"/>
                        </a:schemeClr>
                      </a:solidFill>
                    </a:ln>
                    <a:noFill/>
                  </a:endParaRPr>
                </a:p>
              </p:txBody>
            </p:sp>
          </p:grpSp>
          <p:sp>
            <p:nvSpPr>
              <p:cNvPr id="108" name="Rectangle 107"/>
              <p:cNvSpPr/>
              <p:nvPr/>
            </p:nvSpPr>
            <p:spPr>
              <a:xfrm>
                <a:off x="-258563" y="6165393"/>
                <a:ext cx="899160" cy="300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9" name="Rectangle 108"/>
              <p:cNvSpPr/>
              <p:nvPr/>
            </p:nvSpPr>
            <p:spPr>
              <a:xfrm rot="1739712">
                <a:off x="-358960" y="5949321"/>
                <a:ext cx="899160" cy="5714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Oval 3"/>
              <p:cNvSpPr/>
              <p:nvPr/>
            </p:nvSpPr>
            <p:spPr>
              <a:xfrm>
                <a:off x="407421" y="6146269"/>
                <a:ext cx="241460" cy="23174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FFC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FFC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FFC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5" name="Group 194"/>
          <p:cNvGrpSpPr/>
          <p:nvPr/>
        </p:nvGrpSpPr>
        <p:grpSpPr>
          <a:xfrm>
            <a:off x="9161998" y="250421"/>
            <a:ext cx="1167160" cy="560746"/>
            <a:chOff x="346184" y="255320"/>
            <a:chExt cx="1167160" cy="560746"/>
          </a:xfrm>
        </p:grpSpPr>
        <p:grpSp>
          <p:nvGrpSpPr>
            <p:cNvPr id="198" name="Group 197"/>
            <p:cNvGrpSpPr/>
            <p:nvPr/>
          </p:nvGrpSpPr>
          <p:grpSpPr>
            <a:xfrm>
              <a:off x="346184" y="255320"/>
              <a:ext cx="1167160" cy="560746"/>
              <a:chOff x="4934495" y="6809607"/>
              <a:chExt cx="1167160" cy="560746"/>
            </a:xfrm>
          </p:grpSpPr>
          <p:sp>
            <p:nvSpPr>
              <p:cNvPr id="207" name="Rounded Rectangle 206"/>
              <p:cNvSpPr/>
              <p:nvPr/>
            </p:nvSpPr>
            <p:spPr>
              <a:xfrm>
                <a:off x="4934495" y="6809607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8" name="Rounded Rectangle 207"/>
              <p:cNvSpPr/>
              <p:nvPr/>
            </p:nvSpPr>
            <p:spPr>
              <a:xfrm>
                <a:off x="6025455" y="7035288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2" name="Rounded Rectangle 211"/>
              <p:cNvSpPr/>
              <p:nvPr/>
            </p:nvSpPr>
            <p:spPr>
              <a:xfrm>
                <a:off x="4985382" y="6878672"/>
                <a:ext cx="100255" cy="426720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1" name="Rounded Rectangle 200"/>
            <p:cNvSpPr/>
            <p:nvPr/>
          </p:nvSpPr>
          <p:spPr>
            <a:xfrm>
              <a:off x="537566" y="324385"/>
              <a:ext cx="100255" cy="426720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ounded Rectangle 201"/>
            <p:cNvSpPr/>
            <p:nvPr/>
          </p:nvSpPr>
          <p:spPr>
            <a:xfrm>
              <a:off x="682824" y="324385"/>
              <a:ext cx="100255" cy="426720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Rounded Rectangle 202"/>
            <p:cNvSpPr/>
            <p:nvPr/>
          </p:nvSpPr>
          <p:spPr>
            <a:xfrm>
              <a:off x="828083" y="324385"/>
              <a:ext cx="100255" cy="426720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978406" y="324385"/>
              <a:ext cx="100255" cy="426720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ounded Rectangle 204"/>
            <p:cNvSpPr/>
            <p:nvPr/>
          </p:nvSpPr>
          <p:spPr>
            <a:xfrm>
              <a:off x="1124709" y="324385"/>
              <a:ext cx="100255" cy="426720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" name="Rounded Rectangle 205"/>
            <p:cNvSpPr/>
            <p:nvPr/>
          </p:nvSpPr>
          <p:spPr>
            <a:xfrm>
              <a:off x="1266237" y="322606"/>
              <a:ext cx="100255" cy="426720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8487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" name="Group 1084"/>
          <p:cNvGrpSpPr/>
          <p:nvPr/>
        </p:nvGrpSpPr>
        <p:grpSpPr>
          <a:xfrm>
            <a:off x="9436025" y="6161053"/>
            <a:ext cx="1125119" cy="1828800"/>
            <a:chOff x="355461" y="385761"/>
            <a:chExt cx="1580012" cy="2457736"/>
          </a:xfrm>
        </p:grpSpPr>
        <p:sp>
          <p:nvSpPr>
            <p:cNvPr id="1081" name="Flowchart: Delay 1080"/>
            <p:cNvSpPr/>
            <p:nvPr/>
          </p:nvSpPr>
          <p:spPr>
            <a:xfrm rot="16200000">
              <a:off x="828456" y="316531"/>
              <a:ext cx="642938" cy="781397"/>
            </a:xfrm>
            <a:prstGeom prst="flowChartDelay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73" name="Group 1072"/>
            <p:cNvGrpSpPr/>
            <p:nvPr/>
          </p:nvGrpSpPr>
          <p:grpSpPr>
            <a:xfrm>
              <a:off x="355461" y="824919"/>
              <a:ext cx="1580012" cy="2018578"/>
              <a:chOff x="1257076" y="-14416"/>
              <a:chExt cx="1580012" cy="2018578"/>
            </a:xfrm>
            <a:solidFill>
              <a:schemeClr val="tx1"/>
            </a:solidFill>
          </p:grpSpPr>
          <p:cxnSp>
            <p:nvCxnSpPr>
              <p:cNvPr id="230" name="Straight Connector 229"/>
              <p:cNvCxnSpPr/>
              <p:nvPr/>
            </p:nvCxnSpPr>
            <p:spPr>
              <a:xfrm>
                <a:off x="2370470" y="733100"/>
                <a:ext cx="466618" cy="1271062"/>
              </a:xfrm>
              <a:prstGeom prst="line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72" name="Group 1071"/>
              <p:cNvGrpSpPr/>
              <p:nvPr/>
            </p:nvGrpSpPr>
            <p:grpSpPr>
              <a:xfrm>
                <a:off x="1257076" y="-14416"/>
                <a:ext cx="1494229" cy="1977975"/>
                <a:chOff x="1257076" y="-14416"/>
                <a:chExt cx="1494229" cy="1977975"/>
              </a:xfrm>
              <a:grpFill/>
            </p:grpSpPr>
            <p:sp>
              <p:nvSpPr>
                <p:cNvPr id="1033" name="Rounded Rectangle 1032"/>
                <p:cNvSpPr/>
                <p:nvPr/>
              </p:nvSpPr>
              <p:spPr>
                <a:xfrm>
                  <a:off x="1660838" y="-14416"/>
                  <a:ext cx="781396" cy="656935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35" name="Straight Connector 1034"/>
                <p:cNvCxnSpPr/>
                <p:nvPr/>
              </p:nvCxnSpPr>
              <p:spPr>
                <a:xfrm>
                  <a:off x="1667981" y="759559"/>
                  <a:ext cx="737122" cy="0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7" name="Straight Connector 1036"/>
                <p:cNvCxnSpPr/>
                <p:nvPr/>
              </p:nvCxnSpPr>
              <p:spPr>
                <a:xfrm flipH="1">
                  <a:off x="1257076" y="733100"/>
                  <a:ext cx="449119" cy="1230459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3" name="Straight Connector 1042"/>
                <p:cNvCxnSpPr/>
                <p:nvPr/>
              </p:nvCxnSpPr>
              <p:spPr>
                <a:xfrm>
                  <a:off x="1619330" y="902633"/>
                  <a:ext cx="1131975" cy="832295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/>
              </p:nvCxnSpPr>
              <p:spPr>
                <a:xfrm flipV="1">
                  <a:off x="1346207" y="895509"/>
                  <a:ext cx="1107523" cy="832110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9" name="Group 8"/>
          <p:cNvGrpSpPr/>
          <p:nvPr/>
        </p:nvGrpSpPr>
        <p:grpSpPr>
          <a:xfrm>
            <a:off x="-229221" y="5966468"/>
            <a:ext cx="2384254" cy="1993172"/>
            <a:chOff x="-635795" y="5489602"/>
            <a:chExt cx="2938651" cy="2429148"/>
          </a:xfrm>
        </p:grpSpPr>
        <p:sp>
          <p:nvSpPr>
            <p:cNvPr id="2" name="Rectangle 1"/>
            <p:cNvSpPr/>
            <p:nvPr/>
          </p:nvSpPr>
          <p:spPr>
            <a:xfrm>
              <a:off x="-635795" y="5900277"/>
              <a:ext cx="899160" cy="601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-457200" y="5489602"/>
              <a:ext cx="2760056" cy="2429148"/>
              <a:chOff x="-529900" y="5489602"/>
              <a:chExt cx="2760056" cy="2429148"/>
            </a:xfrm>
          </p:grpSpPr>
          <p:grpSp>
            <p:nvGrpSpPr>
              <p:cNvPr id="191" name="Group 190"/>
              <p:cNvGrpSpPr/>
              <p:nvPr/>
            </p:nvGrpSpPr>
            <p:grpSpPr>
              <a:xfrm>
                <a:off x="-529900" y="5489602"/>
                <a:ext cx="2760056" cy="2429148"/>
                <a:chOff x="8023224" y="77346"/>
                <a:chExt cx="2760056" cy="2429148"/>
              </a:xfrm>
            </p:grpSpPr>
            <p:pic>
              <p:nvPicPr>
                <p:cNvPr id="1026" name="Picture 2" descr="Grass Roots – Ocean Graphic Design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38676" y="77346"/>
                  <a:ext cx="2429148" cy="2429148"/>
                </a:xfrm>
                <a:prstGeom prst="rect">
                  <a:avLst/>
                </a:prstGeom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90" name="Rectangle 189"/>
                <p:cNvSpPr/>
                <p:nvPr/>
              </p:nvSpPr>
              <p:spPr>
                <a:xfrm>
                  <a:off x="8023224" y="865597"/>
                  <a:ext cx="1128632" cy="46838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0</a:t>
                  </a:r>
                  <a:endParaRPr lang="en-US" dirty="0"/>
                </a:p>
              </p:txBody>
            </p:sp>
            <p:sp>
              <p:nvSpPr>
                <p:cNvPr id="192" name="Rectangle 191"/>
                <p:cNvSpPr/>
                <p:nvPr/>
              </p:nvSpPr>
              <p:spPr>
                <a:xfrm>
                  <a:off x="9348592" y="750308"/>
                  <a:ext cx="1135800" cy="4119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0</a:t>
                  </a:r>
                  <a:endParaRPr lang="en-US" dirty="0"/>
                </a:p>
              </p:txBody>
            </p:sp>
            <p:sp>
              <p:nvSpPr>
                <p:cNvPr id="193" name="Rectangle 192"/>
                <p:cNvSpPr/>
                <p:nvPr/>
              </p:nvSpPr>
              <p:spPr>
                <a:xfrm>
                  <a:off x="9666474" y="915925"/>
                  <a:ext cx="1116806" cy="4119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0</a:t>
                  </a:r>
                  <a:endParaRPr lang="en-US" dirty="0"/>
                </a:p>
              </p:txBody>
            </p:sp>
          </p:grpSp>
          <p:sp>
            <p:nvSpPr>
              <p:cNvPr id="108" name="Rectangle 107"/>
              <p:cNvSpPr/>
              <p:nvPr/>
            </p:nvSpPr>
            <p:spPr>
              <a:xfrm>
                <a:off x="-258563" y="6165393"/>
                <a:ext cx="899160" cy="300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9" name="Rectangle 108"/>
              <p:cNvSpPr/>
              <p:nvPr/>
            </p:nvSpPr>
            <p:spPr>
              <a:xfrm rot="1739712">
                <a:off x="-358960" y="5949321"/>
                <a:ext cx="899160" cy="5714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Oval 3"/>
              <p:cNvSpPr/>
              <p:nvPr/>
            </p:nvSpPr>
            <p:spPr>
              <a:xfrm>
                <a:off x="407421" y="6146269"/>
                <a:ext cx="241460" cy="23174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FFC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FFC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FFC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81" name="Group 180"/>
          <p:cNvGrpSpPr/>
          <p:nvPr/>
        </p:nvGrpSpPr>
        <p:grpSpPr>
          <a:xfrm>
            <a:off x="9161998" y="250421"/>
            <a:ext cx="1167160" cy="560746"/>
            <a:chOff x="4934495" y="6809607"/>
            <a:chExt cx="1167160" cy="560746"/>
          </a:xfrm>
        </p:grpSpPr>
        <p:sp>
          <p:nvSpPr>
            <p:cNvPr id="188" name="Rounded Rectangle 187"/>
            <p:cNvSpPr/>
            <p:nvPr/>
          </p:nvSpPr>
          <p:spPr>
            <a:xfrm>
              <a:off x="4934495" y="6809607"/>
              <a:ext cx="1090960" cy="5607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9" name="Rounded Rectangle 188"/>
            <p:cNvSpPr/>
            <p:nvPr/>
          </p:nvSpPr>
          <p:spPr>
            <a:xfrm>
              <a:off x="6025455" y="7035288"/>
              <a:ext cx="76200" cy="108032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1952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" name="Group 1084"/>
          <p:cNvGrpSpPr/>
          <p:nvPr/>
        </p:nvGrpSpPr>
        <p:grpSpPr>
          <a:xfrm>
            <a:off x="9436025" y="6161053"/>
            <a:ext cx="1125119" cy="1828800"/>
            <a:chOff x="355461" y="385761"/>
            <a:chExt cx="1580012" cy="2457736"/>
          </a:xfrm>
        </p:grpSpPr>
        <p:sp>
          <p:nvSpPr>
            <p:cNvPr id="1081" name="Flowchart: Delay 1080"/>
            <p:cNvSpPr/>
            <p:nvPr/>
          </p:nvSpPr>
          <p:spPr>
            <a:xfrm rot="16200000">
              <a:off x="828456" y="316531"/>
              <a:ext cx="642938" cy="781397"/>
            </a:xfrm>
            <a:prstGeom prst="flowChartDelay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73" name="Group 1072"/>
            <p:cNvGrpSpPr/>
            <p:nvPr/>
          </p:nvGrpSpPr>
          <p:grpSpPr>
            <a:xfrm>
              <a:off x="355461" y="824919"/>
              <a:ext cx="1580012" cy="2018578"/>
              <a:chOff x="1257076" y="-14416"/>
              <a:chExt cx="1580012" cy="2018578"/>
            </a:xfrm>
            <a:solidFill>
              <a:schemeClr val="tx1"/>
            </a:solidFill>
          </p:grpSpPr>
          <p:cxnSp>
            <p:nvCxnSpPr>
              <p:cNvPr id="230" name="Straight Connector 229"/>
              <p:cNvCxnSpPr/>
              <p:nvPr/>
            </p:nvCxnSpPr>
            <p:spPr>
              <a:xfrm>
                <a:off x="2370470" y="733100"/>
                <a:ext cx="466618" cy="1271062"/>
              </a:xfrm>
              <a:prstGeom prst="line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72" name="Group 1071"/>
              <p:cNvGrpSpPr/>
              <p:nvPr/>
            </p:nvGrpSpPr>
            <p:grpSpPr>
              <a:xfrm>
                <a:off x="1257076" y="-14416"/>
                <a:ext cx="1494229" cy="1977975"/>
                <a:chOff x="1257076" y="-14416"/>
                <a:chExt cx="1494229" cy="1977975"/>
              </a:xfrm>
              <a:grpFill/>
            </p:grpSpPr>
            <p:sp>
              <p:nvSpPr>
                <p:cNvPr id="1033" name="Rounded Rectangle 1032"/>
                <p:cNvSpPr/>
                <p:nvPr/>
              </p:nvSpPr>
              <p:spPr>
                <a:xfrm>
                  <a:off x="1660838" y="-14416"/>
                  <a:ext cx="781396" cy="656935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35" name="Straight Connector 1034"/>
                <p:cNvCxnSpPr/>
                <p:nvPr/>
              </p:nvCxnSpPr>
              <p:spPr>
                <a:xfrm>
                  <a:off x="1667981" y="759559"/>
                  <a:ext cx="737122" cy="0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7" name="Straight Connector 1036"/>
                <p:cNvCxnSpPr/>
                <p:nvPr/>
              </p:nvCxnSpPr>
              <p:spPr>
                <a:xfrm flipH="1">
                  <a:off x="1257076" y="733100"/>
                  <a:ext cx="449119" cy="1230459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3" name="Straight Connector 1042"/>
                <p:cNvCxnSpPr/>
                <p:nvPr/>
              </p:nvCxnSpPr>
              <p:spPr>
                <a:xfrm>
                  <a:off x="1619330" y="902633"/>
                  <a:ext cx="1131975" cy="832295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/>
              </p:nvCxnSpPr>
              <p:spPr>
                <a:xfrm flipV="1">
                  <a:off x="1346207" y="895509"/>
                  <a:ext cx="1107523" cy="832110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9" name="Group 8"/>
          <p:cNvGrpSpPr/>
          <p:nvPr/>
        </p:nvGrpSpPr>
        <p:grpSpPr>
          <a:xfrm>
            <a:off x="-229221" y="5966468"/>
            <a:ext cx="2384254" cy="1993172"/>
            <a:chOff x="-635795" y="5489602"/>
            <a:chExt cx="2938651" cy="2429148"/>
          </a:xfrm>
        </p:grpSpPr>
        <p:sp>
          <p:nvSpPr>
            <p:cNvPr id="2" name="Rectangle 1"/>
            <p:cNvSpPr/>
            <p:nvPr/>
          </p:nvSpPr>
          <p:spPr>
            <a:xfrm>
              <a:off x="-635795" y="5900277"/>
              <a:ext cx="899160" cy="601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-457200" y="5489602"/>
              <a:ext cx="2760056" cy="2429148"/>
              <a:chOff x="-529900" y="5489602"/>
              <a:chExt cx="2760056" cy="2429148"/>
            </a:xfrm>
          </p:grpSpPr>
          <p:grpSp>
            <p:nvGrpSpPr>
              <p:cNvPr id="191" name="Group 190"/>
              <p:cNvGrpSpPr/>
              <p:nvPr/>
            </p:nvGrpSpPr>
            <p:grpSpPr>
              <a:xfrm>
                <a:off x="-529900" y="5489602"/>
                <a:ext cx="2760056" cy="2429148"/>
                <a:chOff x="8023224" y="77346"/>
                <a:chExt cx="2760056" cy="2429148"/>
              </a:xfrm>
            </p:grpSpPr>
            <p:pic>
              <p:nvPicPr>
                <p:cNvPr id="1026" name="Picture 2" descr="Grass Roots – Ocean Graphic Design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38676" y="77346"/>
                  <a:ext cx="2429148" cy="2429148"/>
                </a:xfrm>
                <a:prstGeom prst="rect">
                  <a:avLst/>
                </a:prstGeom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90" name="Rectangle 189"/>
                <p:cNvSpPr/>
                <p:nvPr/>
              </p:nvSpPr>
              <p:spPr>
                <a:xfrm>
                  <a:off x="8023224" y="865597"/>
                  <a:ext cx="1128632" cy="46838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0</a:t>
                  </a:r>
                  <a:endParaRPr lang="en-US" dirty="0"/>
                </a:p>
              </p:txBody>
            </p:sp>
            <p:sp>
              <p:nvSpPr>
                <p:cNvPr id="192" name="Rectangle 191"/>
                <p:cNvSpPr/>
                <p:nvPr/>
              </p:nvSpPr>
              <p:spPr>
                <a:xfrm>
                  <a:off x="9348592" y="750308"/>
                  <a:ext cx="1135800" cy="4119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0</a:t>
                  </a:r>
                  <a:endParaRPr lang="en-US" dirty="0"/>
                </a:p>
              </p:txBody>
            </p:sp>
            <p:sp>
              <p:nvSpPr>
                <p:cNvPr id="193" name="Rectangle 192"/>
                <p:cNvSpPr/>
                <p:nvPr/>
              </p:nvSpPr>
              <p:spPr>
                <a:xfrm>
                  <a:off x="9666474" y="915925"/>
                  <a:ext cx="1116806" cy="4119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0</a:t>
                  </a:r>
                  <a:endParaRPr lang="en-US" dirty="0"/>
                </a:p>
              </p:txBody>
            </p:sp>
          </p:grpSp>
          <p:sp>
            <p:nvSpPr>
              <p:cNvPr id="108" name="Rectangle 107"/>
              <p:cNvSpPr/>
              <p:nvPr/>
            </p:nvSpPr>
            <p:spPr>
              <a:xfrm>
                <a:off x="-258563" y="6165393"/>
                <a:ext cx="899160" cy="300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9" name="Rectangle 108"/>
              <p:cNvSpPr/>
              <p:nvPr/>
            </p:nvSpPr>
            <p:spPr>
              <a:xfrm rot="1739712">
                <a:off x="-358960" y="5949321"/>
                <a:ext cx="899160" cy="5714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Oval 3"/>
              <p:cNvSpPr/>
              <p:nvPr/>
            </p:nvSpPr>
            <p:spPr>
              <a:xfrm>
                <a:off x="407421" y="6146269"/>
                <a:ext cx="241460" cy="23174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81" name="Group 180"/>
          <p:cNvGrpSpPr/>
          <p:nvPr/>
        </p:nvGrpSpPr>
        <p:grpSpPr>
          <a:xfrm>
            <a:off x="9161998" y="250421"/>
            <a:ext cx="1167160" cy="560746"/>
            <a:chOff x="4934495" y="6809607"/>
            <a:chExt cx="1167160" cy="560746"/>
          </a:xfrm>
        </p:grpSpPr>
        <p:sp>
          <p:nvSpPr>
            <p:cNvPr id="188" name="Rounded Rectangle 187"/>
            <p:cNvSpPr/>
            <p:nvPr/>
          </p:nvSpPr>
          <p:spPr>
            <a:xfrm>
              <a:off x="4934495" y="6809607"/>
              <a:ext cx="1090960" cy="5607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9" name="Rounded Rectangle 188"/>
            <p:cNvSpPr/>
            <p:nvPr/>
          </p:nvSpPr>
          <p:spPr>
            <a:xfrm>
              <a:off x="6025455" y="7035288"/>
              <a:ext cx="76200" cy="108032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3401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rgbClr val="30C0FF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01" name="Pie 100"/>
          <p:cNvSpPr/>
          <p:nvPr/>
        </p:nvSpPr>
        <p:spPr>
          <a:xfrm rot="8094317">
            <a:off x="1828800" y="457200"/>
            <a:ext cx="7315200" cy="7315200"/>
          </a:xfrm>
          <a:prstGeom prst="pie">
            <a:avLst/>
          </a:prstGeom>
          <a:solidFill>
            <a:srgbClr val="E7E6E6"/>
          </a:solidFill>
          <a:ln>
            <a:solidFill>
              <a:srgbClr val="E7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641472" y="1258868"/>
            <a:ext cx="7689856" cy="5727107"/>
            <a:chOff x="1641472" y="1258868"/>
            <a:chExt cx="7689856" cy="5727107"/>
          </a:xfrm>
        </p:grpSpPr>
        <p:cxnSp>
          <p:nvCxnSpPr>
            <p:cNvPr id="113" name="Straight Connector 112"/>
            <p:cNvCxnSpPr/>
            <p:nvPr/>
          </p:nvCxnSpPr>
          <p:spPr>
            <a:xfrm>
              <a:off x="2647951" y="1258868"/>
              <a:ext cx="5731676" cy="5727107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rot="189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9" name="Rectangle 78"/>
          <p:cNvSpPr/>
          <p:nvPr/>
        </p:nvSpPr>
        <p:spPr>
          <a:xfrm>
            <a:off x="2873863" y="5735937"/>
            <a:ext cx="5225074" cy="21711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2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rgbClr val="30C0FF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01" name="Pie 100"/>
          <p:cNvSpPr/>
          <p:nvPr/>
        </p:nvSpPr>
        <p:spPr>
          <a:xfrm rot="8094317">
            <a:off x="1828800" y="457200"/>
            <a:ext cx="7315200" cy="7315200"/>
          </a:xfrm>
          <a:prstGeom prst="pie">
            <a:avLst/>
          </a:prstGeom>
          <a:solidFill>
            <a:srgbClr val="E7E6E6"/>
          </a:solidFill>
          <a:ln>
            <a:solidFill>
              <a:srgbClr val="E7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641472" y="1258868"/>
            <a:ext cx="7689856" cy="5727107"/>
            <a:chOff x="1641472" y="1258868"/>
            <a:chExt cx="7689856" cy="5727107"/>
          </a:xfrm>
        </p:grpSpPr>
        <p:cxnSp>
          <p:nvCxnSpPr>
            <p:cNvPr id="113" name="Straight Connector 112"/>
            <p:cNvCxnSpPr/>
            <p:nvPr/>
          </p:nvCxnSpPr>
          <p:spPr>
            <a:xfrm>
              <a:off x="2647951" y="1258868"/>
              <a:ext cx="5731676" cy="5727107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rot="189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6553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rgbClr val="30C0FF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30C0F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01" name="Pie 100"/>
          <p:cNvSpPr/>
          <p:nvPr/>
        </p:nvSpPr>
        <p:spPr>
          <a:xfrm rot="13500000">
            <a:off x="1828800" y="457200"/>
            <a:ext cx="7315200" cy="7315200"/>
          </a:xfrm>
          <a:prstGeom prst="pie">
            <a:avLst/>
          </a:prstGeom>
          <a:solidFill>
            <a:srgbClr val="E7E6E6"/>
          </a:solidFill>
          <a:ln>
            <a:solidFill>
              <a:srgbClr val="E7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1641472" y="1258868"/>
            <a:ext cx="7689856" cy="5727107"/>
            <a:chOff x="1641472" y="1258868"/>
            <a:chExt cx="7689856" cy="5727107"/>
          </a:xfrm>
        </p:grpSpPr>
        <p:cxnSp>
          <p:nvCxnSpPr>
            <p:cNvPr id="95" name="Straight Connector 94"/>
            <p:cNvCxnSpPr/>
            <p:nvPr/>
          </p:nvCxnSpPr>
          <p:spPr>
            <a:xfrm>
              <a:off x="2647951" y="1258868"/>
              <a:ext cx="5731676" cy="5727107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89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758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rgbClr val="30C0FF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30C0F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01" name="Pie 100"/>
          <p:cNvSpPr/>
          <p:nvPr/>
        </p:nvSpPr>
        <p:spPr>
          <a:xfrm rot="18900000">
            <a:off x="1828800" y="457200"/>
            <a:ext cx="7315200" cy="7315200"/>
          </a:xfrm>
          <a:prstGeom prst="pie">
            <a:avLst/>
          </a:prstGeom>
          <a:solidFill>
            <a:srgbClr val="E7E6E6"/>
          </a:solidFill>
          <a:ln>
            <a:solidFill>
              <a:srgbClr val="E7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1641472" y="1258868"/>
            <a:ext cx="7689856" cy="5727107"/>
            <a:chOff x="1641472" y="1258868"/>
            <a:chExt cx="7689856" cy="5727107"/>
          </a:xfrm>
        </p:grpSpPr>
        <p:cxnSp>
          <p:nvCxnSpPr>
            <p:cNvPr id="95" name="Straight Connector 94"/>
            <p:cNvCxnSpPr/>
            <p:nvPr/>
          </p:nvCxnSpPr>
          <p:spPr>
            <a:xfrm>
              <a:off x="2647951" y="1258868"/>
              <a:ext cx="5731676" cy="5727107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89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209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rgbClr val="30C0FF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30C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30C0F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30C0F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30C0F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01" name="Pie 100"/>
          <p:cNvSpPr/>
          <p:nvPr/>
        </p:nvSpPr>
        <p:spPr>
          <a:xfrm rot="2700000">
            <a:off x="1828800" y="457200"/>
            <a:ext cx="7315200" cy="7315200"/>
          </a:xfrm>
          <a:prstGeom prst="pie">
            <a:avLst/>
          </a:prstGeom>
          <a:solidFill>
            <a:srgbClr val="E7E6E6"/>
          </a:solidFill>
          <a:ln>
            <a:solidFill>
              <a:srgbClr val="E7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1641472" y="1258868"/>
            <a:ext cx="7689856" cy="5727107"/>
            <a:chOff x="1641472" y="1258868"/>
            <a:chExt cx="7689856" cy="5727107"/>
          </a:xfrm>
        </p:grpSpPr>
        <p:cxnSp>
          <p:nvCxnSpPr>
            <p:cNvPr id="95" name="Straight Connector 94"/>
            <p:cNvCxnSpPr/>
            <p:nvPr/>
          </p:nvCxnSpPr>
          <p:spPr>
            <a:xfrm>
              <a:off x="2647951" y="1258868"/>
              <a:ext cx="5731676" cy="5727107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89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972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" name="Group 1084"/>
          <p:cNvGrpSpPr/>
          <p:nvPr/>
        </p:nvGrpSpPr>
        <p:grpSpPr>
          <a:xfrm>
            <a:off x="9436025" y="6161053"/>
            <a:ext cx="1125119" cy="1828800"/>
            <a:chOff x="355461" y="385761"/>
            <a:chExt cx="1580012" cy="2457736"/>
          </a:xfrm>
        </p:grpSpPr>
        <p:sp>
          <p:nvSpPr>
            <p:cNvPr id="1081" name="Flowchart: Delay 1080"/>
            <p:cNvSpPr/>
            <p:nvPr/>
          </p:nvSpPr>
          <p:spPr>
            <a:xfrm rot="16200000">
              <a:off x="828456" y="316531"/>
              <a:ext cx="642938" cy="781397"/>
            </a:xfrm>
            <a:prstGeom prst="flowChartDelay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73" name="Group 1072"/>
            <p:cNvGrpSpPr/>
            <p:nvPr/>
          </p:nvGrpSpPr>
          <p:grpSpPr>
            <a:xfrm>
              <a:off x="355461" y="824919"/>
              <a:ext cx="1580012" cy="2018578"/>
              <a:chOff x="1257076" y="-14416"/>
              <a:chExt cx="1580012" cy="2018578"/>
            </a:xfrm>
            <a:solidFill>
              <a:schemeClr val="tx1"/>
            </a:solidFill>
          </p:grpSpPr>
          <p:cxnSp>
            <p:nvCxnSpPr>
              <p:cNvPr id="230" name="Straight Connector 229"/>
              <p:cNvCxnSpPr/>
              <p:nvPr/>
            </p:nvCxnSpPr>
            <p:spPr>
              <a:xfrm>
                <a:off x="2370470" y="733100"/>
                <a:ext cx="466618" cy="1271062"/>
              </a:xfrm>
              <a:prstGeom prst="line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72" name="Group 1071"/>
              <p:cNvGrpSpPr/>
              <p:nvPr/>
            </p:nvGrpSpPr>
            <p:grpSpPr>
              <a:xfrm>
                <a:off x="1257076" y="-14416"/>
                <a:ext cx="1494229" cy="1977975"/>
                <a:chOff x="1257076" y="-14416"/>
                <a:chExt cx="1494229" cy="1977975"/>
              </a:xfrm>
              <a:grpFill/>
            </p:grpSpPr>
            <p:sp>
              <p:nvSpPr>
                <p:cNvPr id="1033" name="Rounded Rectangle 1032"/>
                <p:cNvSpPr/>
                <p:nvPr/>
              </p:nvSpPr>
              <p:spPr>
                <a:xfrm>
                  <a:off x="1660838" y="-14416"/>
                  <a:ext cx="781396" cy="656935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35" name="Straight Connector 1034"/>
                <p:cNvCxnSpPr/>
                <p:nvPr/>
              </p:nvCxnSpPr>
              <p:spPr>
                <a:xfrm>
                  <a:off x="1667981" y="759559"/>
                  <a:ext cx="737122" cy="0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7" name="Straight Connector 1036"/>
                <p:cNvCxnSpPr/>
                <p:nvPr/>
              </p:nvCxnSpPr>
              <p:spPr>
                <a:xfrm flipH="1">
                  <a:off x="1257076" y="733100"/>
                  <a:ext cx="449119" cy="1230459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3" name="Straight Connector 1042"/>
                <p:cNvCxnSpPr/>
                <p:nvPr/>
              </p:nvCxnSpPr>
              <p:spPr>
                <a:xfrm>
                  <a:off x="1619330" y="902633"/>
                  <a:ext cx="1131975" cy="832295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/>
              </p:nvCxnSpPr>
              <p:spPr>
                <a:xfrm flipV="1">
                  <a:off x="1346207" y="895509"/>
                  <a:ext cx="1107523" cy="832110"/>
                </a:xfrm>
                <a:prstGeom prst="line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9" name="Group 8"/>
          <p:cNvGrpSpPr/>
          <p:nvPr/>
        </p:nvGrpSpPr>
        <p:grpSpPr>
          <a:xfrm>
            <a:off x="-229221" y="5966468"/>
            <a:ext cx="2384254" cy="1993172"/>
            <a:chOff x="-635795" y="5489602"/>
            <a:chExt cx="2938651" cy="2429148"/>
          </a:xfrm>
        </p:grpSpPr>
        <p:sp>
          <p:nvSpPr>
            <p:cNvPr id="2" name="Rectangle 1"/>
            <p:cNvSpPr/>
            <p:nvPr/>
          </p:nvSpPr>
          <p:spPr>
            <a:xfrm>
              <a:off x="-635795" y="5900277"/>
              <a:ext cx="899160" cy="601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-457200" y="5489602"/>
              <a:ext cx="2760056" cy="2429148"/>
              <a:chOff x="-529900" y="5489602"/>
              <a:chExt cx="2760056" cy="2429148"/>
            </a:xfrm>
          </p:grpSpPr>
          <p:grpSp>
            <p:nvGrpSpPr>
              <p:cNvPr id="191" name="Group 190"/>
              <p:cNvGrpSpPr/>
              <p:nvPr/>
            </p:nvGrpSpPr>
            <p:grpSpPr>
              <a:xfrm>
                <a:off x="-529900" y="5489602"/>
                <a:ext cx="2760056" cy="2429148"/>
                <a:chOff x="8023224" y="77346"/>
                <a:chExt cx="2760056" cy="2429148"/>
              </a:xfrm>
            </p:grpSpPr>
            <p:pic>
              <p:nvPicPr>
                <p:cNvPr id="1026" name="Picture 2" descr="Grass Roots – Ocean Graphic Design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38676" y="77346"/>
                  <a:ext cx="2429148" cy="2429148"/>
                </a:xfrm>
                <a:prstGeom prst="rect">
                  <a:avLst/>
                </a:prstGeom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90" name="Rectangle 189"/>
                <p:cNvSpPr/>
                <p:nvPr/>
              </p:nvSpPr>
              <p:spPr>
                <a:xfrm>
                  <a:off x="8023224" y="865597"/>
                  <a:ext cx="1128632" cy="46838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0</a:t>
                  </a:r>
                  <a:endParaRPr lang="en-US" dirty="0"/>
                </a:p>
              </p:txBody>
            </p:sp>
            <p:sp>
              <p:nvSpPr>
                <p:cNvPr id="192" name="Rectangle 191"/>
                <p:cNvSpPr/>
                <p:nvPr/>
              </p:nvSpPr>
              <p:spPr>
                <a:xfrm>
                  <a:off x="9348592" y="750308"/>
                  <a:ext cx="1135800" cy="4119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0</a:t>
                  </a:r>
                  <a:endParaRPr lang="en-US" dirty="0"/>
                </a:p>
              </p:txBody>
            </p:sp>
            <p:sp>
              <p:nvSpPr>
                <p:cNvPr id="193" name="Rectangle 192"/>
                <p:cNvSpPr/>
                <p:nvPr/>
              </p:nvSpPr>
              <p:spPr>
                <a:xfrm>
                  <a:off x="9666474" y="915925"/>
                  <a:ext cx="1116806" cy="4119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0</a:t>
                  </a:r>
                  <a:endParaRPr lang="en-US" dirty="0"/>
                </a:p>
              </p:txBody>
            </p:sp>
          </p:grpSp>
          <p:sp>
            <p:nvSpPr>
              <p:cNvPr id="108" name="Rectangle 107"/>
              <p:cNvSpPr/>
              <p:nvPr/>
            </p:nvSpPr>
            <p:spPr>
              <a:xfrm>
                <a:off x="-258563" y="6165393"/>
                <a:ext cx="899160" cy="300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9" name="Rectangle 108"/>
              <p:cNvSpPr/>
              <p:nvPr/>
            </p:nvSpPr>
            <p:spPr>
              <a:xfrm rot="1739712">
                <a:off x="-358960" y="5949321"/>
                <a:ext cx="899160" cy="5714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Oval 3"/>
              <p:cNvSpPr/>
              <p:nvPr/>
            </p:nvSpPr>
            <p:spPr>
              <a:xfrm>
                <a:off x="407421" y="6146269"/>
                <a:ext cx="241460" cy="23174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30C0FF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30C0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81" name="Group 180"/>
          <p:cNvGrpSpPr/>
          <p:nvPr/>
        </p:nvGrpSpPr>
        <p:grpSpPr>
          <a:xfrm>
            <a:off x="9161998" y="250421"/>
            <a:ext cx="1167160" cy="560746"/>
            <a:chOff x="4934495" y="6809607"/>
            <a:chExt cx="1167160" cy="560746"/>
          </a:xfrm>
        </p:grpSpPr>
        <p:sp>
          <p:nvSpPr>
            <p:cNvPr id="188" name="Rounded Rectangle 187"/>
            <p:cNvSpPr/>
            <p:nvPr/>
          </p:nvSpPr>
          <p:spPr>
            <a:xfrm>
              <a:off x="4934495" y="6809607"/>
              <a:ext cx="1090960" cy="5607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9" name="Rounded Rectangle 188"/>
            <p:cNvSpPr/>
            <p:nvPr/>
          </p:nvSpPr>
          <p:spPr>
            <a:xfrm>
              <a:off x="6025455" y="7035288"/>
              <a:ext cx="76200" cy="108032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9636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1828800" y="457200"/>
            <a:ext cx="7315200" cy="7315200"/>
          </a:xfrm>
          <a:prstGeom prst="ellipse">
            <a:avLst/>
          </a:prstGeom>
          <a:solidFill>
            <a:srgbClr val="30C0FF"/>
          </a:solidFill>
          <a:ln w="31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20" dirty="0"/>
          </a:p>
        </p:txBody>
      </p:sp>
      <p:grpSp>
        <p:nvGrpSpPr>
          <p:cNvPr id="105" name="Group 104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cxnSp>
          <p:nvCxnSpPr>
            <p:cNvPr id="168" name="Straight Connector 167"/>
            <p:cNvCxnSpPr/>
            <p:nvPr/>
          </p:nvCxnSpPr>
          <p:spPr>
            <a:xfrm rot="2700000">
              <a:off x="1663524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rot="-27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" name="Group 1"/>
          <p:cNvGrpSpPr/>
          <p:nvPr/>
        </p:nvGrpSpPr>
        <p:grpSpPr>
          <a:xfrm>
            <a:off x="1641472" y="457200"/>
            <a:ext cx="7689856" cy="7315200"/>
            <a:chOff x="1641472" y="457200"/>
            <a:chExt cx="7689856" cy="7315200"/>
          </a:xfrm>
        </p:grpSpPr>
        <p:sp>
          <p:nvSpPr>
            <p:cNvPr id="101" name="Pie 100"/>
            <p:cNvSpPr/>
            <p:nvPr/>
          </p:nvSpPr>
          <p:spPr>
            <a:xfrm rot="8094317">
              <a:off x="1828800" y="457200"/>
              <a:ext cx="7315200" cy="7315200"/>
            </a:xfrm>
            <a:prstGeom prst="pie">
              <a:avLst/>
            </a:prstGeom>
            <a:solidFill>
              <a:schemeClr val="tx1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1641472" y="1251247"/>
              <a:ext cx="7689856" cy="5727107"/>
              <a:chOff x="1641472" y="1258868"/>
              <a:chExt cx="7689856" cy="5727107"/>
            </a:xfrm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2647951" y="1258868"/>
                <a:ext cx="5731676" cy="5727107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rot="18900000">
                <a:off x="1641472" y="4114800"/>
                <a:ext cx="7689856" cy="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/>
            <p:cNvSpPr/>
            <p:nvPr/>
          </p:nvSpPr>
          <p:spPr>
            <a:xfrm>
              <a:off x="3200400" y="1828800"/>
              <a:ext cx="4572000" cy="457200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20" dirty="0"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:endParaRPr>
            </a:p>
          </p:txBody>
        </p:sp>
      </p:grpSp>
      <p:sp>
        <p:nvSpPr>
          <p:cNvPr id="79" name="Flowchart: Delay 78"/>
          <p:cNvSpPr/>
          <p:nvPr/>
        </p:nvSpPr>
        <p:spPr>
          <a:xfrm rot="13498836">
            <a:off x="2108845" y="-1683594"/>
            <a:ext cx="3996442" cy="8677165"/>
          </a:xfrm>
          <a:prstGeom prst="flowChartDelay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65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1828800" y="457200"/>
            <a:ext cx="7315200" cy="7315200"/>
          </a:xfrm>
          <a:prstGeom prst="ellipse">
            <a:avLst/>
          </a:prstGeom>
          <a:solidFill>
            <a:schemeClr val="tx1"/>
          </a:solidFill>
          <a:ln w="31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20" dirty="0"/>
          </a:p>
        </p:txBody>
      </p:sp>
      <p:grpSp>
        <p:nvGrpSpPr>
          <p:cNvPr id="105" name="Group 104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cxnSp>
          <p:nvCxnSpPr>
            <p:cNvPr id="168" name="Straight Connector 167"/>
            <p:cNvCxnSpPr/>
            <p:nvPr/>
          </p:nvCxnSpPr>
          <p:spPr>
            <a:xfrm rot="2700000">
              <a:off x="1663524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rot="-27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rgbClr val="30C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rgbClr val="30C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rgbClr val="30C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" name="Group 1"/>
          <p:cNvGrpSpPr/>
          <p:nvPr/>
        </p:nvGrpSpPr>
        <p:grpSpPr>
          <a:xfrm>
            <a:off x="1641472" y="457200"/>
            <a:ext cx="7689856" cy="7315200"/>
            <a:chOff x="1641472" y="457200"/>
            <a:chExt cx="7689856" cy="7315200"/>
          </a:xfrm>
          <a:solidFill>
            <a:srgbClr val="30C0FF"/>
          </a:solidFill>
        </p:grpSpPr>
        <p:sp>
          <p:nvSpPr>
            <p:cNvPr id="101" name="Pie 100"/>
            <p:cNvSpPr/>
            <p:nvPr/>
          </p:nvSpPr>
          <p:spPr>
            <a:xfrm rot="8094317">
              <a:off x="1828800" y="457200"/>
              <a:ext cx="7315200" cy="7315200"/>
            </a:xfrm>
            <a:prstGeom prst="pie">
              <a:avLst/>
            </a:prstGeom>
            <a:grpFill/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1641472" y="1251247"/>
              <a:ext cx="7689856" cy="5727107"/>
              <a:chOff x="1641472" y="1258868"/>
              <a:chExt cx="7689856" cy="5727107"/>
            </a:xfrm>
            <a:grpFill/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2647951" y="1258868"/>
                <a:ext cx="5731676" cy="5727107"/>
              </a:xfrm>
              <a:prstGeom prst="line">
                <a:avLst/>
              </a:prstGeom>
              <a:grpFill/>
              <a:ln w="762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rot="18900000">
                <a:off x="1641472" y="4114800"/>
                <a:ext cx="7689856" cy="0"/>
              </a:xfrm>
              <a:prstGeom prst="line">
                <a:avLst/>
              </a:prstGeom>
              <a:grpFill/>
              <a:ln w="762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/>
            <p:cNvSpPr/>
            <p:nvPr/>
          </p:nvSpPr>
          <p:spPr>
            <a:xfrm>
              <a:off x="3200400" y="1828800"/>
              <a:ext cx="4572000" cy="457200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20" dirty="0"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:endParaRPr>
            </a:p>
          </p:txBody>
        </p:sp>
      </p:grpSp>
      <p:sp>
        <p:nvSpPr>
          <p:cNvPr id="75" name="Flowchart: Delay 74"/>
          <p:cNvSpPr/>
          <p:nvPr/>
        </p:nvSpPr>
        <p:spPr>
          <a:xfrm rot="13498836">
            <a:off x="2108845" y="-1683594"/>
            <a:ext cx="3996442" cy="8677165"/>
          </a:xfrm>
          <a:prstGeom prst="flowChartDelay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20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1828800" y="457200"/>
            <a:ext cx="7315200" cy="7315200"/>
          </a:xfrm>
          <a:prstGeom prst="ellipse">
            <a:avLst/>
          </a:prstGeom>
          <a:solidFill>
            <a:schemeClr val="tx1"/>
          </a:solidFill>
          <a:ln w="31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20" dirty="0"/>
          </a:p>
        </p:txBody>
      </p:sp>
      <p:grpSp>
        <p:nvGrpSpPr>
          <p:cNvPr id="105" name="Group 104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cxnSp>
          <p:nvCxnSpPr>
            <p:cNvPr id="168" name="Straight Connector 167"/>
            <p:cNvCxnSpPr/>
            <p:nvPr/>
          </p:nvCxnSpPr>
          <p:spPr>
            <a:xfrm rot="2700000">
              <a:off x="1663524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rot="-27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rgbClr val="30C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rgbClr val="30C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rgbClr val="30C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rgbClr val="30C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rgbClr val="30C0FF"/>
              </a:solidFill>
              <a:ln>
                <a:solidFill>
                  <a:srgbClr val="30C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rgbClr val="30C0FF"/>
              </a:solidFill>
              <a:ln>
                <a:solidFill>
                  <a:srgbClr val="30C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rgbClr val="30C0FF"/>
              </a:solidFill>
              <a:ln>
                <a:solidFill>
                  <a:srgbClr val="30C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rgbClr val="30C0F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" name="Group 1"/>
          <p:cNvGrpSpPr/>
          <p:nvPr/>
        </p:nvGrpSpPr>
        <p:grpSpPr>
          <a:xfrm rot="5400000">
            <a:off x="1641472" y="457200"/>
            <a:ext cx="7689856" cy="7315200"/>
            <a:chOff x="1641472" y="457200"/>
            <a:chExt cx="7689856" cy="7315200"/>
          </a:xfrm>
          <a:solidFill>
            <a:srgbClr val="30C0FF"/>
          </a:solidFill>
        </p:grpSpPr>
        <p:sp>
          <p:nvSpPr>
            <p:cNvPr id="101" name="Pie 100"/>
            <p:cNvSpPr/>
            <p:nvPr/>
          </p:nvSpPr>
          <p:spPr>
            <a:xfrm rot="8094317">
              <a:off x="1828800" y="457200"/>
              <a:ext cx="7315200" cy="7315200"/>
            </a:xfrm>
            <a:prstGeom prst="pie">
              <a:avLst/>
            </a:prstGeom>
            <a:grpFill/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1641472" y="1251247"/>
              <a:ext cx="7689856" cy="5727107"/>
              <a:chOff x="1641472" y="1258868"/>
              <a:chExt cx="7689856" cy="5727107"/>
            </a:xfrm>
            <a:grpFill/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2647951" y="1258868"/>
                <a:ext cx="5731676" cy="5727107"/>
              </a:xfrm>
              <a:prstGeom prst="line">
                <a:avLst/>
              </a:prstGeom>
              <a:grpFill/>
              <a:ln w="762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rot="18900000">
                <a:off x="1641472" y="4114800"/>
                <a:ext cx="7689856" cy="0"/>
              </a:xfrm>
              <a:prstGeom prst="line">
                <a:avLst/>
              </a:prstGeom>
              <a:grpFill/>
              <a:ln w="762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/>
            <p:cNvSpPr/>
            <p:nvPr/>
          </p:nvSpPr>
          <p:spPr>
            <a:xfrm>
              <a:off x="3200400" y="1828800"/>
              <a:ext cx="4572000" cy="457200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20" dirty="0"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978024" y="1561342"/>
            <a:ext cx="3413918" cy="4289400"/>
            <a:chOff x="6877161" y="1651226"/>
            <a:chExt cx="3413918" cy="4289400"/>
          </a:xfrm>
          <a:solidFill>
            <a:schemeClr val="bg1"/>
          </a:solidFill>
        </p:grpSpPr>
        <p:sp>
          <p:nvSpPr>
            <p:cNvPr id="96" name="Rectangle 95"/>
            <p:cNvSpPr/>
            <p:nvPr/>
          </p:nvSpPr>
          <p:spPr>
            <a:xfrm rot="18902062">
              <a:off x="7733270" y="1651226"/>
              <a:ext cx="1900624" cy="3268033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 rot="13500000">
              <a:off x="7595380" y="3244927"/>
              <a:ext cx="1977480" cy="341391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7298767" y="2923552"/>
              <a:ext cx="1465919" cy="225818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9580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1828800" y="457200"/>
            <a:ext cx="7315200" cy="7315200"/>
          </a:xfrm>
          <a:prstGeom prst="ellipse">
            <a:avLst/>
          </a:prstGeom>
          <a:solidFill>
            <a:srgbClr val="30C0FF"/>
          </a:solidFill>
          <a:ln w="31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20" dirty="0"/>
          </a:p>
        </p:txBody>
      </p:sp>
      <p:grpSp>
        <p:nvGrpSpPr>
          <p:cNvPr id="105" name="Group 104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cxnSp>
          <p:nvCxnSpPr>
            <p:cNvPr id="168" name="Straight Connector 167"/>
            <p:cNvCxnSpPr/>
            <p:nvPr/>
          </p:nvCxnSpPr>
          <p:spPr>
            <a:xfrm rot="2700000">
              <a:off x="1663524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rot="-27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rgbClr val="30C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rgbClr val="30C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rgbClr val="30C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rgbClr val="30C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rgbClr val="30C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rgbClr val="30C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30C0F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" name="Group 1"/>
          <p:cNvGrpSpPr/>
          <p:nvPr/>
        </p:nvGrpSpPr>
        <p:grpSpPr>
          <a:xfrm rot="5400000">
            <a:off x="1641472" y="457201"/>
            <a:ext cx="7689856" cy="7315200"/>
            <a:chOff x="1641472" y="457201"/>
            <a:chExt cx="7689856" cy="7315200"/>
          </a:xfrm>
          <a:solidFill>
            <a:srgbClr val="30C0FF"/>
          </a:solidFill>
        </p:grpSpPr>
        <p:sp>
          <p:nvSpPr>
            <p:cNvPr id="101" name="Pie 100"/>
            <p:cNvSpPr/>
            <p:nvPr/>
          </p:nvSpPr>
          <p:spPr>
            <a:xfrm rot="8094317">
              <a:off x="1828800" y="457201"/>
              <a:ext cx="7315200" cy="7315200"/>
            </a:xfrm>
            <a:prstGeom prst="pie">
              <a:avLst/>
            </a:prstGeom>
            <a:solidFill>
              <a:schemeClr val="tx1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1641472" y="1251247"/>
              <a:ext cx="7689856" cy="5727107"/>
              <a:chOff x="1641472" y="1258868"/>
              <a:chExt cx="7689856" cy="5727107"/>
            </a:xfrm>
            <a:grpFill/>
          </p:grpSpPr>
          <p:cxnSp>
            <p:nvCxnSpPr>
              <p:cNvPr id="113" name="Straight Connector 112"/>
              <p:cNvCxnSpPr/>
              <p:nvPr/>
            </p:nvCxnSpPr>
            <p:spPr>
              <a:xfrm>
                <a:off x="2647951" y="1258868"/>
                <a:ext cx="5731676" cy="5727107"/>
              </a:xfrm>
              <a:prstGeom prst="line">
                <a:avLst/>
              </a:prstGeom>
              <a:grpFill/>
              <a:ln w="762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rot="18900000">
                <a:off x="1641472" y="4114800"/>
                <a:ext cx="7689856" cy="0"/>
              </a:xfrm>
              <a:prstGeom prst="line">
                <a:avLst/>
              </a:prstGeom>
              <a:grpFill/>
              <a:ln w="762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/>
            <p:cNvSpPr/>
            <p:nvPr/>
          </p:nvSpPr>
          <p:spPr>
            <a:xfrm>
              <a:off x="3200400" y="1828800"/>
              <a:ext cx="4572000" cy="457200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20" dirty="0"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978024" y="1561342"/>
            <a:ext cx="3413918" cy="4289400"/>
            <a:chOff x="6877161" y="1651226"/>
            <a:chExt cx="3413918" cy="4289400"/>
          </a:xfrm>
          <a:solidFill>
            <a:schemeClr val="bg1"/>
          </a:solidFill>
        </p:grpSpPr>
        <p:sp>
          <p:nvSpPr>
            <p:cNvPr id="96" name="Rectangle 95"/>
            <p:cNvSpPr/>
            <p:nvPr/>
          </p:nvSpPr>
          <p:spPr>
            <a:xfrm rot="18902062">
              <a:off x="7733270" y="1651226"/>
              <a:ext cx="1900624" cy="3268033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 rot="13500000">
              <a:off x="7595380" y="3244927"/>
              <a:ext cx="1977480" cy="341391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7298767" y="2923552"/>
              <a:ext cx="1465919" cy="225818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4699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rgbClr val="30C0FF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30C0F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79" name="Group 78"/>
          <p:cNvGrpSpPr/>
          <p:nvPr/>
        </p:nvGrpSpPr>
        <p:grpSpPr>
          <a:xfrm>
            <a:off x="1641472" y="1258868"/>
            <a:ext cx="7689856" cy="5727107"/>
            <a:chOff x="1641472" y="1258868"/>
            <a:chExt cx="7689856" cy="5727107"/>
          </a:xfrm>
        </p:grpSpPr>
        <p:cxnSp>
          <p:nvCxnSpPr>
            <p:cNvPr id="95" name="Straight Connector 94"/>
            <p:cNvCxnSpPr/>
            <p:nvPr/>
          </p:nvCxnSpPr>
          <p:spPr>
            <a:xfrm>
              <a:off x="2647951" y="1258868"/>
              <a:ext cx="5731676" cy="5727107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89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/>
          <p:cNvGrpSpPr/>
          <p:nvPr/>
        </p:nvGrpSpPr>
        <p:grpSpPr>
          <a:xfrm>
            <a:off x="986971" y="1611355"/>
            <a:ext cx="9274629" cy="6313445"/>
            <a:chOff x="986971" y="1611355"/>
            <a:chExt cx="9274629" cy="6313445"/>
          </a:xfrm>
        </p:grpSpPr>
        <p:sp>
          <p:nvSpPr>
            <p:cNvPr id="150" name="Rectangle 149"/>
            <p:cNvSpPr/>
            <p:nvPr/>
          </p:nvSpPr>
          <p:spPr>
            <a:xfrm>
              <a:off x="986971" y="2658274"/>
              <a:ext cx="9274629" cy="52665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1" name="Group 150"/>
            <p:cNvGrpSpPr/>
            <p:nvPr/>
          </p:nvGrpSpPr>
          <p:grpSpPr>
            <a:xfrm rot="16200000">
              <a:off x="3020083" y="-284622"/>
              <a:ext cx="4869613" cy="8661568"/>
              <a:chOff x="3183430" y="-287921"/>
              <a:chExt cx="4869612" cy="8661568"/>
            </a:xfrm>
            <a:solidFill>
              <a:schemeClr val="bg1"/>
            </a:solidFill>
          </p:grpSpPr>
          <p:sp>
            <p:nvSpPr>
              <p:cNvPr id="153" name="Rectangle 152"/>
              <p:cNvSpPr/>
              <p:nvPr/>
            </p:nvSpPr>
            <p:spPr>
              <a:xfrm rot="2700000">
                <a:off x="4869337" y="-64731"/>
                <a:ext cx="2953079" cy="2506699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3183430" y="1803728"/>
                <a:ext cx="4572000" cy="4572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  <p:sp>
            <p:nvSpPr>
              <p:cNvPr id="156" name="Rectangle 155"/>
              <p:cNvSpPr/>
              <p:nvPr/>
            </p:nvSpPr>
            <p:spPr>
              <a:xfrm rot="8100000">
                <a:off x="4992954" y="6044233"/>
                <a:ext cx="3060088" cy="232941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4114800" y="2743200"/>
            <a:ext cx="2743200" cy="2743200"/>
            <a:chOff x="4114800" y="2743200"/>
            <a:chExt cx="2743200" cy="2743200"/>
          </a:xfrm>
        </p:grpSpPr>
        <p:sp>
          <p:nvSpPr>
            <p:cNvPr id="175" name="Oval 174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4" name="Group 103"/>
            <p:cNvGrpSpPr/>
            <p:nvPr/>
          </p:nvGrpSpPr>
          <p:grpSpPr>
            <a:xfrm>
              <a:off x="4907582" y="3529724"/>
              <a:ext cx="1160018" cy="1170152"/>
              <a:chOff x="4902579" y="3537960"/>
              <a:chExt cx="1160018" cy="1170152"/>
            </a:xfrm>
          </p:grpSpPr>
          <p:sp>
            <p:nvSpPr>
              <p:cNvPr id="108" name="Oval 107"/>
              <p:cNvSpPr/>
              <p:nvPr/>
            </p:nvSpPr>
            <p:spPr>
              <a:xfrm>
                <a:off x="5449824" y="4634960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5989445" y="4078224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5730517" y="3623087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5928826" y="3823911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4988991" y="4372990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5194698" y="4577074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5721378" y="4572947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5924639" y="4370999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9" name="Straight Arrow Connector 118"/>
              <p:cNvCxnSpPr/>
              <p:nvPr/>
            </p:nvCxnSpPr>
            <p:spPr>
              <a:xfrm flipH="1" flipV="1">
                <a:off x="5486400" y="3657600"/>
                <a:ext cx="10568" cy="50615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/>
              <p:cNvCxnSpPr/>
              <p:nvPr/>
            </p:nvCxnSpPr>
            <p:spPr>
              <a:xfrm>
                <a:off x="5427175" y="4109575"/>
                <a:ext cx="328276" cy="52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Oval 124"/>
              <p:cNvSpPr/>
              <p:nvPr/>
            </p:nvSpPr>
            <p:spPr>
              <a:xfrm>
                <a:off x="5159885" y="3642484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5449465" y="3537960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4902579" y="4084447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4981283" y="3822317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1621754" y="2713133"/>
            <a:ext cx="7733961" cy="4931383"/>
            <a:chOff x="1621754" y="2713133"/>
            <a:chExt cx="7733961" cy="4931383"/>
          </a:xfrm>
          <a:solidFill>
            <a:srgbClr val="E7E6E6"/>
          </a:solidFill>
        </p:grpSpPr>
        <p:grpSp>
          <p:nvGrpSpPr>
            <p:cNvPr id="139" name="Group 138"/>
            <p:cNvGrpSpPr/>
            <p:nvPr/>
          </p:nvGrpSpPr>
          <p:grpSpPr>
            <a:xfrm>
              <a:off x="2030973" y="4885584"/>
              <a:ext cx="6947550" cy="2758932"/>
              <a:chOff x="2096625" y="4523293"/>
              <a:chExt cx="6947550" cy="2758932"/>
            </a:xfrm>
            <a:grpFill/>
          </p:grpSpPr>
          <p:sp>
            <p:nvSpPr>
              <p:cNvPr id="143" name="Oval 142"/>
              <p:cNvSpPr/>
              <p:nvPr/>
            </p:nvSpPr>
            <p:spPr>
              <a:xfrm>
                <a:off x="2096625" y="4523293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2738030" y="5586617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3814402" y="626581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 smtClean="0">
                    <a:solidFill>
                      <a:schemeClr val="tx1"/>
                    </a:solidFill>
                  </a:rPr>
                  <a:t>Tu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5120640" y="662940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We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6416293" y="626364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Thu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7495285" y="5586984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Fri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8135365" y="452628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Sa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0" name="Rounded Rectangle 139"/>
            <p:cNvSpPr/>
            <p:nvPr/>
          </p:nvSpPr>
          <p:spPr>
            <a:xfrm>
              <a:off x="1621754" y="2715768"/>
              <a:ext cx="1334258" cy="1474719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8021457" y="2713133"/>
              <a:ext cx="1334258" cy="1474719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 smtClean="0">
                  <a:solidFill>
                    <a:schemeClr val="tx1"/>
                  </a:solidFill>
                  <a:latin typeface="+mj-lt"/>
                </a:rPr>
                <a:t>51</a:t>
              </a:r>
              <a:endParaRPr lang="en-US" sz="6000" dirty="0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136" name="Oval 135"/>
          <p:cNvSpPr/>
          <p:nvPr/>
        </p:nvSpPr>
        <p:spPr>
          <a:xfrm>
            <a:off x="4800600" y="3429000"/>
            <a:ext cx="1371600" cy="13716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98942" y="2690416"/>
            <a:ext cx="1383110" cy="152128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/>
          <p:cNvSpPr/>
          <p:nvPr/>
        </p:nvSpPr>
        <p:spPr>
          <a:xfrm>
            <a:off x="2015099" y="4876653"/>
            <a:ext cx="940913" cy="68710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/>
          <p:cNvSpPr/>
          <p:nvPr/>
        </p:nvSpPr>
        <p:spPr>
          <a:xfrm>
            <a:off x="8412221" y="5120508"/>
            <a:ext cx="211794" cy="18491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/>
          <p:cNvSpPr/>
          <p:nvPr/>
        </p:nvSpPr>
        <p:spPr>
          <a:xfrm>
            <a:off x="8324849" y="3213536"/>
            <a:ext cx="717671" cy="50756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rgbClr val="30C0FF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30C0F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79" name="Group 78"/>
          <p:cNvGrpSpPr/>
          <p:nvPr/>
        </p:nvGrpSpPr>
        <p:grpSpPr>
          <a:xfrm>
            <a:off x="1641472" y="1258868"/>
            <a:ext cx="7689856" cy="5727107"/>
            <a:chOff x="1641472" y="1258868"/>
            <a:chExt cx="7689856" cy="5727107"/>
          </a:xfrm>
        </p:grpSpPr>
        <p:cxnSp>
          <p:nvCxnSpPr>
            <p:cNvPr id="95" name="Straight Connector 94"/>
            <p:cNvCxnSpPr/>
            <p:nvPr/>
          </p:nvCxnSpPr>
          <p:spPr>
            <a:xfrm>
              <a:off x="2647951" y="1258868"/>
              <a:ext cx="5731676" cy="5727107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89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/>
          <p:cNvGrpSpPr/>
          <p:nvPr/>
        </p:nvGrpSpPr>
        <p:grpSpPr>
          <a:xfrm>
            <a:off x="986971" y="1611355"/>
            <a:ext cx="9274629" cy="6313445"/>
            <a:chOff x="986971" y="1611355"/>
            <a:chExt cx="9274629" cy="6313445"/>
          </a:xfrm>
        </p:grpSpPr>
        <p:sp>
          <p:nvSpPr>
            <p:cNvPr id="150" name="Rectangle 149"/>
            <p:cNvSpPr/>
            <p:nvPr/>
          </p:nvSpPr>
          <p:spPr>
            <a:xfrm>
              <a:off x="986971" y="2658274"/>
              <a:ext cx="9274629" cy="52665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1" name="Group 150"/>
            <p:cNvGrpSpPr/>
            <p:nvPr/>
          </p:nvGrpSpPr>
          <p:grpSpPr>
            <a:xfrm rot="16200000">
              <a:off x="3020083" y="-284622"/>
              <a:ext cx="4869613" cy="8661568"/>
              <a:chOff x="3183430" y="-287921"/>
              <a:chExt cx="4869612" cy="8661568"/>
            </a:xfrm>
            <a:solidFill>
              <a:schemeClr val="bg1"/>
            </a:solidFill>
          </p:grpSpPr>
          <p:sp>
            <p:nvSpPr>
              <p:cNvPr id="153" name="Rectangle 152"/>
              <p:cNvSpPr/>
              <p:nvPr/>
            </p:nvSpPr>
            <p:spPr>
              <a:xfrm rot="2700000">
                <a:off x="4869337" y="-64731"/>
                <a:ext cx="2953079" cy="2506699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3183430" y="1803728"/>
                <a:ext cx="4572000" cy="4572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  <p:sp>
            <p:nvSpPr>
              <p:cNvPr id="156" name="Rectangle 155"/>
              <p:cNvSpPr/>
              <p:nvPr/>
            </p:nvSpPr>
            <p:spPr>
              <a:xfrm rot="8100000">
                <a:off x="4992954" y="6044233"/>
                <a:ext cx="3060088" cy="232941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4114800" y="2743200"/>
            <a:ext cx="2743200" cy="2743200"/>
            <a:chOff x="4114800" y="2743200"/>
            <a:chExt cx="2743200" cy="2743200"/>
          </a:xfrm>
        </p:grpSpPr>
        <p:sp>
          <p:nvSpPr>
            <p:cNvPr id="175" name="Oval 174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4" name="Group 103"/>
            <p:cNvGrpSpPr/>
            <p:nvPr/>
          </p:nvGrpSpPr>
          <p:grpSpPr>
            <a:xfrm>
              <a:off x="4907582" y="3529724"/>
              <a:ext cx="1160018" cy="1170152"/>
              <a:chOff x="4902579" y="3537960"/>
              <a:chExt cx="1160018" cy="1170152"/>
            </a:xfrm>
          </p:grpSpPr>
          <p:sp>
            <p:nvSpPr>
              <p:cNvPr id="108" name="Oval 107"/>
              <p:cNvSpPr/>
              <p:nvPr/>
            </p:nvSpPr>
            <p:spPr>
              <a:xfrm>
                <a:off x="5449824" y="4634960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5989445" y="4078224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5730517" y="3623087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5928826" y="3823911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4988991" y="4372990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5194698" y="4577074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5721378" y="4572947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5924639" y="4370999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9" name="Straight Arrow Connector 118"/>
              <p:cNvCxnSpPr/>
              <p:nvPr/>
            </p:nvCxnSpPr>
            <p:spPr>
              <a:xfrm flipH="1" flipV="1">
                <a:off x="5486400" y="3657600"/>
                <a:ext cx="10568" cy="50615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/>
              <p:cNvCxnSpPr/>
              <p:nvPr/>
            </p:nvCxnSpPr>
            <p:spPr>
              <a:xfrm>
                <a:off x="5427175" y="4109575"/>
                <a:ext cx="328276" cy="52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Oval 124"/>
              <p:cNvSpPr/>
              <p:nvPr/>
            </p:nvSpPr>
            <p:spPr>
              <a:xfrm>
                <a:off x="5159885" y="3642484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5449465" y="3537960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4902579" y="4084447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4981283" y="3822317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1621754" y="2713133"/>
            <a:ext cx="7733961" cy="4931383"/>
            <a:chOff x="1621754" y="2713133"/>
            <a:chExt cx="7733961" cy="4931383"/>
          </a:xfrm>
          <a:solidFill>
            <a:srgbClr val="E7E6E6"/>
          </a:solidFill>
        </p:grpSpPr>
        <p:grpSp>
          <p:nvGrpSpPr>
            <p:cNvPr id="139" name="Group 138"/>
            <p:cNvGrpSpPr/>
            <p:nvPr/>
          </p:nvGrpSpPr>
          <p:grpSpPr>
            <a:xfrm>
              <a:off x="2030973" y="4885584"/>
              <a:ext cx="6947550" cy="2758932"/>
              <a:chOff x="2096625" y="4523293"/>
              <a:chExt cx="6947550" cy="2758932"/>
            </a:xfrm>
            <a:grpFill/>
          </p:grpSpPr>
          <p:sp>
            <p:nvSpPr>
              <p:cNvPr id="143" name="Oval 142"/>
              <p:cNvSpPr/>
              <p:nvPr/>
            </p:nvSpPr>
            <p:spPr>
              <a:xfrm>
                <a:off x="2096625" y="4523293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2738030" y="5586617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3814402" y="626581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 smtClean="0">
                    <a:solidFill>
                      <a:schemeClr val="tx1"/>
                    </a:solidFill>
                  </a:rPr>
                  <a:t>Tu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5120640" y="662940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We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6416293" y="626364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Thu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7495285" y="5586984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Fri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8135365" y="452628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Sat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0" name="Rounded Rectangle 139"/>
            <p:cNvSpPr/>
            <p:nvPr/>
          </p:nvSpPr>
          <p:spPr>
            <a:xfrm>
              <a:off x="1621754" y="2715768"/>
              <a:ext cx="1334258" cy="1474719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8021457" y="2713133"/>
              <a:ext cx="1334258" cy="1474719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6" name="Oval 135"/>
          <p:cNvSpPr/>
          <p:nvPr/>
        </p:nvSpPr>
        <p:spPr>
          <a:xfrm>
            <a:off x="4800600" y="3429000"/>
            <a:ext cx="1371600" cy="13716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9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/>
          <p:cNvGrpSpPr/>
          <p:nvPr/>
        </p:nvGrpSpPr>
        <p:grpSpPr>
          <a:xfrm>
            <a:off x="1641472" y="269872"/>
            <a:ext cx="7689856" cy="7689856"/>
            <a:chOff x="1641472" y="269872"/>
            <a:chExt cx="7689856" cy="7689856"/>
          </a:xfrm>
        </p:grpSpPr>
        <p:grpSp>
          <p:nvGrpSpPr>
            <p:cNvPr id="107" name="Group 106"/>
            <p:cNvGrpSpPr/>
            <p:nvPr/>
          </p:nvGrpSpPr>
          <p:grpSpPr>
            <a:xfrm>
              <a:off x="1641472" y="269872"/>
              <a:ext cx="7689856" cy="7689856"/>
              <a:chOff x="1641472" y="269872"/>
              <a:chExt cx="7689856" cy="7689856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1641472" y="269872"/>
                <a:ext cx="7689856" cy="7689856"/>
                <a:chOff x="1641472" y="269872"/>
                <a:chExt cx="7689856" cy="768985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828800" y="457200"/>
                  <a:ext cx="7315200" cy="731520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solidFill>
                    <a:srgbClr val="D9D9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620" dirty="0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1641472" y="269872"/>
                  <a:ext cx="7689856" cy="7689856"/>
                  <a:chOff x="1641472" y="269872"/>
                  <a:chExt cx="7689856" cy="7689856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2700000">
                    <a:off x="1663524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/>
                  <p:cNvCxnSpPr/>
                  <p:nvPr/>
                </p:nvCxnSpPr>
                <p:spPr>
                  <a:xfrm rot="-2700000">
                    <a:off x="1641472" y="4114800"/>
                    <a:ext cx="7689856" cy="0"/>
                  </a:xfrm>
                  <a:prstGeom prst="line">
                    <a:avLst/>
                  </a:prstGeom>
                  <a:ln w="76200"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Oval 5"/>
              <p:cNvSpPr/>
              <p:nvPr/>
            </p:nvSpPr>
            <p:spPr>
              <a:xfrm>
                <a:off x="3200400" y="1828800"/>
                <a:ext cx="4572000" cy="4572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</p:grpSp>
        <p:sp>
          <p:nvSpPr>
            <p:cNvPr id="97" name="Oval 96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015100" y="665539"/>
            <a:ext cx="6942601" cy="6666296"/>
            <a:chOff x="1967817" y="661380"/>
            <a:chExt cx="6942601" cy="6666296"/>
          </a:xfrm>
        </p:grpSpPr>
        <p:grpSp>
          <p:nvGrpSpPr>
            <p:cNvPr id="56" name="Group 55"/>
            <p:cNvGrpSpPr/>
            <p:nvPr/>
          </p:nvGrpSpPr>
          <p:grpSpPr>
            <a:xfrm>
              <a:off x="4962997" y="661380"/>
              <a:ext cx="1046806" cy="970317"/>
              <a:chOff x="4706294" y="629883"/>
              <a:chExt cx="1046806" cy="970317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4938955" y="800745"/>
                <a:ext cx="731520" cy="727741"/>
              </a:xfrm>
              <a:prstGeom prst="ellipse">
                <a:avLst/>
              </a:prstGeom>
              <a:noFill/>
              <a:ln w="38100">
                <a:solidFill>
                  <a:srgbClr val="30C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Connector 21"/>
              <p:cNvCxnSpPr>
                <a:stCxn id="20" idx="4"/>
              </p:cNvCxnSpPr>
              <p:nvPr/>
            </p:nvCxnSpPr>
            <p:spPr>
              <a:xfrm>
                <a:off x="5304715" y="1528486"/>
                <a:ext cx="19760" cy="71714"/>
              </a:xfrm>
              <a:prstGeom prst="line">
                <a:avLst/>
              </a:prstGeom>
              <a:ln w="38100">
                <a:solidFill>
                  <a:srgbClr val="30C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5650715" y="1334025"/>
                <a:ext cx="102385" cy="44304"/>
              </a:xfrm>
              <a:prstGeom prst="line">
                <a:avLst/>
              </a:prstGeom>
              <a:ln w="38100">
                <a:solidFill>
                  <a:srgbClr val="30C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Flowchart: Delay 24"/>
              <p:cNvSpPr/>
              <p:nvPr/>
            </p:nvSpPr>
            <p:spPr>
              <a:xfrm rot="11858660">
                <a:off x="4706294" y="878289"/>
                <a:ext cx="187970" cy="324057"/>
              </a:xfrm>
              <a:prstGeom prst="flowChartDelay">
                <a:avLst/>
              </a:prstGeom>
              <a:solidFill>
                <a:srgbClr val="30C0FF"/>
              </a:solidFill>
              <a:ln>
                <a:solidFill>
                  <a:srgbClr val="30C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5304715" y="1103707"/>
                <a:ext cx="94540" cy="343545"/>
              </a:xfrm>
              <a:prstGeom prst="straightConnector1">
                <a:avLst/>
              </a:prstGeom>
              <a:ln w="38100">
                <a:solidFill>
                  <a:srgbClr val="30C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5167440" y="1093241"/>
                <a:ext cx="144301" cy="182238"/>
              </a:xfrm>
              <a:prstGeom prst="straightConnector1">
                <a:avLst/>
              </a:prstGeom>
              <a:ln w="38100">
                <a:solidFill>
                  <a:srgbClr val="30C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38725" y="674598"/>
                <a:ext cx="100140" cy="162409"/>
              </a:xfrm>
              <a:prstGeom prst="line">
                <a:avLst/>
              </a:prstGeom>
              <a:ln w="38100">
                <a:solidFill>
                  <a:srgbClr val="30C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 rot="19772777" flipV="1">
                <a:off x="4991170" y="659023"/>
                <a:ext cx="128003" cy="65567"/>
              </a:xfrm>
              <a:prstGeom prst="rect">
                <a:avLst/>
              </a:prstGeom>
              <a:solidFill>
                <a:srgbClr val="30C0FF"/>
              </a:solidFill>
              <a:ln>
                <a:solidFill>
                  <a:srgbClr val="30C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Delay 51"/>
              <p:cNvSpPr/>
              <p:nvPr/>
            </p:nvSpPr>
            <p:spPr>
              <a:xfrm rot="17829812">
                <a:off x="5478392" y="561839"/>
                <a:ext cx="187970" cy="324057"/>
              </a:xfrm>
              <a:prstGeom prst="flowChartDelay">
                <a:avLst/>
              </a:prstGeom>
              <a:solidFill>
                <a:srgbClr val="30C0FF"/>
              </a:solidFill>
              <a:ln>
                <a:solidFill>
                  <a:srgbClr val="30C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902820" y="6766930"/>
              <a:ext cx="1167160" cy="560746"/>
              <a:chOff x="306348" y="3515898"/>
              <a:chExt cx="1167160" cy="560746"/>
            </a:xfrm>
          </p:grpSpPr>
          <p:sp>
            <p:nvSpPr>
              <p:cNvPr id="210" name="Rounded Rectangle 209"/>
              <p:cNvSpPr/>
              <p:nvPr/>
            </p:nvSpPr>
            <p:spPr>
              <a:xfrm>
                <a:off x="306348" y="3515898"/>
                <a:ext cx="1090960" cy="560746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1397308" y="3741579"/>
                <a:ext cx="76200" cy="108032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Lightning Bolt 212"/>
              <p:cNvSpPr/>
              <p:nvPr/>
            </p:nvSpPr>
            <p:spPr>
              <a:xfrm rot="17621289">
                <a:off x="589039" y="3453706"/>
                <a:ext cx="453816" cy="757170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5044364" y="3760141"/>
              <a:ext cx="884073" cy="1315540"/>
              <a:chOff x="5038725" y="3597069"/>
              <a:chExt cx="884073" cy="1315540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5175490" y="3723888"/>
                <a:ext cx="731519" cy="1188721"/>
                <a:chOff x="3644664" y="3740494"/>
                <a:chExt cx="883074" cy="1391429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3644664" y="3740494"/>
                  <a:ext cx="742329" cy="852715"/>
                  <a:chOff x="3644664" y="3740494"/>
                  <a:chExt cx="742329" cy="852715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3644664" y="3740494"/>
                    <a:ext cx="742329" cy="747988"/>
                    <a:chOff x="3644664" y="3740494"/>
                    <a:chExt cx="742329" cy="747988"/>
                  </a:xfrm>
                </p:grpSpPr>
                <p:sp>
                  <p:nvSpPr>
                    <p:cNvPr id="99" name="Oval 98"/>
                    <p:cNvSpPr/>
                    <p:nvPr/>
                  </p:nvSpPr>
                  <p:spPr>
                    <a:xfrm>
                      <a:off x="3644664" y="3740494"/>
                      <a:ext cx="742329" cy="747988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8" name="Oval 97"/>
                    <p:cNvSpPr/>
                    <p:nvPr/>
                  </p:nvSpPr>
                  <p:spPr>
                    <a:xfrm>
                      <a:off x="3788686" y="3886200"/>
                      <a:ext cx="457200" cy="457200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5" name="Rounded Rectangle 154"/>
                  <p:cNvSpPr/>
                  <p:nvPr/>
                </p:nvSpPr>
                <p:spPr>
                  <a:xfrm>
                    <a:off x="3869486" y="4189050"/>
                    <a:ext cx="306508" cy="404159"/>
                  </a:xfrm>
                  <a:prstGeom prst="roundRect">
                    <a:avLst/>
                  </a:prstGeom>
                  <a:solidFill>
                    <a:srgbClr val="E7E6E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3845900" y="4120872"/>
                  <a:ext cx="681838" cy="1011051"/>
                  <a:chOff x="4679443" y="3737967"/>
                  <a:chExt cx="681838" cy="1011051"/>
                </a:xfrm>
                <a:solidFill>
                  <a:schemeClr val="tx1"/>
                </a:solidFill>
              </p:grpSpPr>
              <p:sp>
                <p:nvSpPr>
                  <p:cNvPr id="126" name="Oval 125"/>
                  <p:cNvSpPr/>
                  <p:nvPr/>
                </p:nvSpPr>
                <p:spPr>
                  <a:xfrm rot="21294331">
                    <a:off x="4702930" y="4265230"/>
                    <a:ext cx="66878" cy="338352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0" name="Rounded Rectangle 99"/>
                  <p:cNvSpPr/>
                  <p:nvPr/>
                </p:nvSpPr>
                <p:spPr>
                  <a:xfrm>
                    <a:off x="4788335" y="3804237"/>
                    <a:ext cx="133032" cy="481215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Rounded Rectangle 119"/>
                  <p:cNvSpPr/>
                  <p:nvPr/>
                </p:nvSpPr>
                <p:spPr>
                  <a:xfrm>
                    <a:off x="4755952" y="4250136"/>
                    <a:ext cx="482188" cy="486569"/>
                  </a:xfrm>
                  <a:prstGeom prst="round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 rot="20903078">
                    <a:off x="4679443" y="4254596"/>
                    <a:ext cx="307806" cy="482388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 rot="1248477">
                    <a:off x="5028186" y="4233386"/>
                    <a:ext cx="333095" cy="51563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4" name="Oval 123"/>
                  <p:cNvSpPr/>
                  <p:nvPr/>
                </p:nvSpPr>
                <p:spPr>
                  <a:xfrm rot="963859">
                    <a:off x="4682238" y="4198448"/>
                    <a:ext cx="249408" cy="178872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 rot="1173384">
                    <a:off x="4823520" y="4172319"/>
                    <a:ext cx="437883" cy="276696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>
                    <a:off x="4785956" y="3737967"/>
                    <a:ext cx="135412" cy="137160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60" name="Straight Connector 159"/>
              <p:cNvCxnSpPr/>
              <p:nvPr/>
            </p:nvCxnSpPr>
            <p:spPr>
              <a:xfrm>
                <a:off x="5112279" y="3775289"/>
                <a:ext cx="100592" cy="68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flipV="1">
                <a:off x="5744134" y="3753741"/>
                <a:ext cx="109239" cy="750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5038725" y="4114800"/>
                <a:ext cx="129746" cy="25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flipH="1">
                <a:off x="5485976" y="3597069"/>
                <a:ext cx="424" cy="10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5800940" y="4114800"/>
                <a:ext cx="1218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7996018" y="3650698"/>
              <a:ext cx="914400" cy="928204"/>
              <a:chOff x="743936" y="4329939"/>
              <a:chExt cx="914400" cy="928204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743936" y="4428261"/>
                <a:ext cx="914400" cy="82988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869420" y="4579204"/>
                <a:ext cx="669377" cy="54956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4" name="Group 93"/>
              <p:cNvGrpSpPr/>
              <p:nvPr/>
            </p:nvGrpSpPr>
            <p:grpSpPr>
              <a:xfrm>
                <a:off x="922799" y="4675043"/>
                <a:ext cx="564601" cy="343515"/>
                <a:chOff x="8196080" y="4023683"/>
                <a:chExt cx="605770" cy="364174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8196080" y="402368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6" name="Group 85"/>
                <p:cNvGrpSpPr/>
                <p:nvPr/>
              </p:nvGrpSpPr>
              <p:grpSpPr>
                <a:xfrm>
                  <a:off x="8196080" y="416084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87" name="Rectangle 86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8196080" y="4298003"/>
                  <a:ext cx="605770" cy="89854"/>
                  <a:chOff x="8196080" y="4023683"/>
                  <a:chExt cx="605770" cy="89854"/>
                </a:xfrm>
                <a:solidFill>
                  <a:schemeClr val="tx1"/>
                </a:solidFill>
              </p:grpSpPr>
              <p:sp>
                <p:nvSpPr>
                  <p:cNvPr id="91" name="Rectangle 90"/>
                  <p:cNvSpPr/>
                  <p:nvPr/>
                </p:nvSpPr>
                <p:spPr>
                  <a:xfrm>
                    <a:off x="8196080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8416535" y="4026218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8638790" y="4023683"/>
                    <a:ext cx="163060" cy="87319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129" name="Rounded Rectangle 128"/>
              <p:cNvSpPr/>
              <p:nvPr/>
            </p:nvSpPr>
            <p:spPr>
              <a:xfrm>
                <a:off x="875558" y="4330896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908002" y="4364885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1402036" y="4329939"/>
                <a:ext cx="132108" cy="194728"/>
              </a:xfrm>
              <a:prstGeom prst="roundRect">
                <a:avLst/>
              </a:prstGeom>
              <a:solidFill>
                <a:srgbClr val="E7E6E6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1434480" y="4363928"/>
                <a:ext cx="68227" cy="128662"/>
              </a:xfrm>
              <a:prstGeom prst="round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967817" y="3698861"/>
              <a:ext cx="991832" cy="831879"/>
              <a:chOff x="140459" y="1995749"/>
              <a:chExt cx="991832" cy="831879"/>
            </a:xfrm>
          </p:grpSpPr>
          <p:sp>
            <p:nvSpPr>
              <p:cNvPr id="68" name="Moon 67"/>
              <p:cNvSpPr/>
              <p:nvPr/>
            </p:nvSpPr>
            <p:spPr>
              <a:xfrm rot="19689627">
                <a:off x="585002" y="2013380"/>
                <a:ext cx="547289" cy="803085"/>
              </a:xfrm>
              <a:prstGeom prst="moon">
                <a:avLst>
                  <a:gd name="adj" fmla="val 6956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4-Point Star 69"/>
              <p:cNvSpPr/>
              <p:nvPr/>
            </p:nvSpPr>
            <p:spPr>
              <a:xfrm>
                <a:off x="1045512" y="2123084"/>
                <a:ext cx="29265" cy="2989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4-Point Star 70"/>
              <p:cNvSpPr/>
              <p:nvPr/>
            </p:nvSpPr>
            <p:spPr>
              <a:xfrm>
                <a:off x="467778" y="2152981"/>
                <a:ext cx="87794" cy="88238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4-Point Star 71"/>
              <p:cNvSpPr/>
              <p:nvPr/>
            </p:nvSpPr>
            <p:spPr>
              <a:xfrm>
                <a:off x="570018" y="1995749"/>
                <a:ext cx="48773" cy="49827"/>
              </a:xfrm>
              <a:prstGeom prst="star4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Cloud 109"/>
              <p:cNvSpPr/>
              <p:nvPr/>
            </p:nvSpPr>
            <p:spPr>
              <a:xfrm>
                <a:off x="140459" y="2360491"/>
                <a:ext cx="731618" cy="467137"/>
              </a:xfrm>
              <a:prstGeom prst="cloud">
                <a:avLst/>
              </a:prstGeom>
              <a:solidFill>
                <a:srgbClr val="30C0F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Cloud 68"/>
              <p:cNvSpPr/>
              <p:nvPr/>
            </p:nvSpPr>
            <p:spPr>
              <a:xfrm>
                <a:off x="224704" y="2405397"/>
                <a:ext cx="592395" cy="365105"/>
              </a:xfrm>
              <a:prstGeom prst="cloud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79" name="Group 78"/>
          <p:cNvGrpSpPr/>
          <p:nvPr/>
        </p:nvGrpSpPr>
        <p:grpSpPr>
          <a:xfrm>
            <a:off x="1641472" y="1258868"/>
            <a:ext cx="7689856" cy="5727107"/>
            <a:chOff x="1641472" y="1258868"/>
            <a:chExt cx="7689856" cy="5727107"/>
          </a:xfrm>
        </p:grpSpPr>
        <p:cxnSp>
          <p:nvCxnSpPr>
            <p:cNvPr id="95" name="Straight Connector 94"/>
            <p:cNvCxnSpPr/>
            <p:nvPr/>
          </p:nvCxnSpPr>
          <p:spPr>
            <a:xfrm>
              <a:off x="2647951" y="1258868"/>
              <a:ext cx="5731676" cy="5727107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8900000">
              <a:off x="1641472" y="4114800"/>
              <a:ext cx="7689856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/>
          <p:cNvGrpSpPr/>
          <p:nvPr/>
        </p:nvGrpSpPr>
        <p:grpSpPr>
          <a:xfrm>
            <a:off x="986971" y="1611355"/>
            <a:ext cx="9274629" cy="6313445"/>
            <a:chOff x="986971" y="1611355"/>
            <a:chExt cx="9274629" cy="6313445"/>
          </a:xfrm>
        </p:grpSpPr>
        <p:sp>
          <p:nvSpPr>
            <p:cNvPr id="150" name="Rectangle 149"/>
            <p:cNvSpPr/>
            <p:nvPr/>
          </p:nvSpPr>
          <p:spPr>
            <a:xfrm>
              <a:off x="986971" y="2658274"/>
              <a:ext cx="9274629" cy="52665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1" name="Group 150"/>
            <p:cNvGrpSpPr/>
            <p:nvPr/>
          </p:nvGrpSpPr>
          <p:grpSpPr>
            <a:xfrm rot="16200000">
              <a:off x="3020083" y="-284622"/>
              <a:ext cx="4869613" cy="8661568"/>
              <a:chOff x="3183430" y="-287921"/>
              <a:chExt cx="4869612" cy="8661568"/>
            </a:xfrm>
            <a:solidFill>
              <a:schemeClr val="bg1"/>
            </a:solidFill>
          </p:grpSpPr>
          <p:sp>
            <p:nvSpPr>
              <p:cNvPr id="153" name="Rectangle 152"/>
              <p:cNvSpPr/>
              <p:nvPr/>
            </p:nvSpPr>
            <p:spPr>
              <a:xfrm rot="2700000">
                <a:off x="4869337" y="-64731"/>
                <a:ext cx="2953079" cy="2506699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3183430" y="1803728"/>
                <a:ext cx="4572000" cy="4572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20" dirty="0"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a:endParaRPr>
              </a:p>
            </p:txBody>
          </p:sp>
          <p:sp>
            <p:nvSpPr>
              <p:cNvPr id="156" name="Rectangle 155"/>
              <p:cNvSpPr/>
              <p:nvPr/>
            </p:nvSpPr>
            <p:spPr>
              <a:xfrm rot="8100000">
                <a:off x="4992954" y="6044233"/>
                <a:ext cx="3060088" cy="232941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4114800" y="2743200"/>
            <a:ext cx="2743200" cy="2743200"/>
            <a:chOff x="4114800" y="2743200"/>
            <a:chExt cx="2743200" cy="2743200"/>
          </a:xfrm>
        </p:grpSpPr>
        <p:sp>
          <p:nvSpPr>
            <p:cNvPr id="175" name="Oval 174"/>
            <p:cNvSpPr/>
            <p:nvPr/>
          </p:nvSpPr>
          <p:spPr>
            <a:xfrm>
              <a:off x="4114800" y="2743200"/>
              <a:ext cx="2743200" cy="2743200"/>
            </a:xfrm>
            <a:prstGeom prst="ellipse">
              <a:avLst/>
            </a:prstGeom>
            <a:solidFill>
              <a:srgbClr val="E7E6E6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4" name="Group 103"/>
            <p:cNvGrpSpPr/>
            <p:nvPr/>
          </p:nvGrpSpPr>
          <p:grpSpPr>
            <a:xfrm>
              <a:off x="4907582" y="3529724"/>
              <a:ext cx="1160018" cy="1170152"/>
              <a:chOff x="4902579" y="3537960"/>
              <a:chExt cx="1160018" cy="1170152"/>
            </a:xfrm>
          </p:grpSpPr>
          <p:sp>
            <p:nvSpPr>
              <p:cNvPr id="108" name="Oval 107"/>
              <p:cNvSpPr/>
              <p:nvPr/>
            </p:nvSpPr>
            <p:spPr>
              <a:xfrm>
                <a:off x="5449824" y="4634960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5989445" y="4078224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5730517" y="3623087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5928826" y="3823911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4988991" y="4372990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5194698" y="4577074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5721378" y="4572947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5924639" y="4370999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9" name="Straight Arrow Connector 118"/>
              <p:cNvCxnSpPr/>
              <p:nvPr/>
            </p:nvCxnSpPr>
            <p:spPr>
              <a:xfrm flipH="1" flipV="1">
                <a:off x="5486400" y="3657600"/>
                <a:ext cx="10568" cy="50615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/>
              <p:cNvCxnSpPr/>
              <p:nvPr/>
            </p:nvCxnSpPr>
            <p:spPr>
              <a:xfrm>
                <a:off x="5427175" y="4109575"/>
                <a:ext cx="328276" cy="52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Oval 124"/>
              <p:cNvSpPr/>
              <p:nvPr/>
            </p:nvSpPr>
            <p:spPr>
              <a:xfrm>
                <a:off x="5159885" y="3642484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5449465" y="3537960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4902579" y="4084447"/>
                <a:ext cx="73152" cy="7315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4981283" y="3822317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1621754" y="2713133"/>
            <a:ext cx="7733961" cy="4931383"/>
            <a:chOff x="1621754" y="2713133"/>
            <a:chExt cx="7733961" cy="4931383"/>
          </a:xfrm>
          <a:solidFill>
            <a:srgbClr val="E7E6E6"/>
          </a:solidFill>
        </p:grpSpPr>
        <p:grpSp>
          <p:nvGrpSpPr>
            <p:cNvPr id="139" name="Group 138"/>
            <p:cNvGrpSpPr/>
            <p:nvPr/>
          </p:nvGrpSpPr>
          <p:grpSpPr>
            <a:xfrm>
              <a:off x="2030973" y="4885584"/>
              <a:ext cx="6947550" cy="2758932"/>
              <a:chOff x="2096625" y="4523293"/>
              <a:chExt cx="6947550" cy="2758932"/>
            </a:xfrm>
            <a:grpFill/>
          </p:grpSpPr>
          <p:sp>
            <p:nvSpPr>
              <p:cNvPr id="143" name="Oval 142"/>
              <p:cNvSpPr/>
              <p:nvPr/>
            </p:nvSpPr>
            <p:spPr>
              <a:xfrm>
                <a:off x="2096625" y="4523293"/>
                <a:ext cx="908810" cy="652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2738030" y="5586617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3814402" y="626581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 smtClean="0">
                    <a:solidFill>
                      <a:schemeClr val="tx1"/>
                    </a:solidFill>
                  </a:rPr>
                  <a:t>Tu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5120640" y="662940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We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6416293" y="626364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Thu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7495285" y="5586984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Fri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8135365" y="4526280"/>
                <a:ext cx="908810" cy="6528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</a:rPr>
                  <a:t>Sat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0" name="Rounded Rectangle 139"/>
            <p:cNvSpPr/>
            <p:nvPr/>
          </p:nvSpPr>
          <p:spPr>
            <a:xfrm>
              <a:off x="1621754" y="2715768"/>
              <a:ext cx="1334258" cy="1474719"/>
            </a:xfrm>
            <a:prstGeom prst="roundRect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8021457" y="2713133"/>
              <a:ext cx="1334258" cy="1474719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6" name="Oval 135"/>
          <p:cNvSpPr/>
          <p:nvPr/>
        </p:nvSpPr>
        <p:spPr>
          <a:xfrm>
            <a:off x="4800600" y="3429000"/>
            <a:ext cx="1371600" cy="13716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8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2629</TotalTime>
  <Words>28</Words>
  <Application>Microsoft Office PowerPoint</Application>
  <PresentationFormat>Custom</PresentationFormat>
  <Paragraphs>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reyfrancis</dc:creator>
  <cp:lastModifiedBy>reyfrancis</cp:lastModifiedBy>
  <cp:revision>177</cp:revision>
  <dcterms:created xsi:type="dcterms:W3CDTF">2020-09-30T02:14:53Z</dcterms:created>
  <dcterms:modified xsi:type="dcterms:W3CDTF">2020-10-03T16:38:26Z</dcterms:modified>
</cp:coreProperties>
</file>