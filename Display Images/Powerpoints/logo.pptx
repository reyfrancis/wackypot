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355E"/>
    <a:srgbClr val="019EB0"/>
    <a:srgbClr val="000000"/>
    <a:srgbClr val="00B0F0"/>
    <a:srgbClr val="575757"/>
    <a:srgbClr val="1C3460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4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1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8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7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60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3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0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3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0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FB776-8D44-4190-A3D4-E3C66AB99024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7A4BF-1353-4667-B350-BC2E173A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3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2" name="Group 1271"/>
          <p:cNvGrpSpPr/>
          <p:nvPr/>
        </p:nvGrpSpPr>
        <p:grpSpPr>
          <a:xfrm>
            <a:off x="1056930" y="393894"/>
            <a:ext cx="8686800" cy="6161649"/>
            <a:chOff x="2393361" y="914400"/>
            <a:chExt cx="5130652" cy="3568713"/>
          </a:xfrm>
        </p:grpSpPr>
        <p:grpSp>
          <p:nvGrpSpPr>
            <p:cNvPr id="962" name="Group 961"/>
            <p:cNvGrpSpPr/>
            <p:nvPr/>
          </p:nvGrpSpPr>
          <p:grpSpPr>
            <a:xfrm>
              <a:off x="3566160" y="914400"/>
              <a:ext cx="3957853" cy="3560432"/>
              <a:chOff x="3291840" y="914400"/>
              <a:chExt cx="3957853" cy="3560432"/>
            </a:xfrm>
            <a:solidFill>
              <a:schemeClr val="tx1"/>
            </a:solidFill>
          </p:grpSpPr>
          <p:grpSp>
            <p:nvGrpSpPr>
              <p:cNvPr id="963" name="Group 962"/>
              <p:cNvGrpSpPr/>
              <p:nvPr/>
            </p:nvGrpSpPr>
            <p:grpSpPr>
              <a:xfrm>
                <a:off x="3291840" y="914400"/>
                <a:ext cx="3957853" cy="3560432"/>
                <a:chOff x="1871981" y="1164537"/>
                <a:chExt cx="3904638" cy="3396895"/>
              </a:xfrm>
              <a:grpFill/>
            </p:grpSpPr>
            <p:sp>
              <p:nvSpPr>
                <p:cNvPr id="973" name="Oval 972"/>
                <p:cNvSpPr/>
                <p:nvPr/>
              </p:nvSpPr>
              <p:spPr>
                <a:xfrm rot="7834922">
                  <a:off x="4149994" y="2461733"/>
                  <a:ext cx="1068599" cy="1772447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974" name="Oval 973"/>
                <p:cNvSpPr/>
                <p:nvPr/>
              </p:nvSpPr>
              <p:spPr>
                <a:xfrm rot="17937924">
                  <a:off x="4313076" y="3080752"/>
                  <a:ext cx="318428" cy="109587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5" name="Oval 964"/>
                <p:cNvSpPr/>
                <p:nvPr/>
              </p:nvSpPr>
              <p:spPr>
                <a:xfrm rot="11985287">
                  <a:off x="4926375" y="1840852"/>
                  <a:ext cx="850244" cy="1129653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6" name="Oval 965"/>
                <p:cNvSpPr/>
                <p:nvPr/>
              </p:nvSpPr>
              <p:spPr>
                <a:xfrm rot="7419668">
                  <a:off x="1973452" y="2569599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7" name="Oval 966"/>
                <p:cNvSpPr/>
                <p:nvPr/>
              </p:nvSpPr>
              <p:spPr>
                <a:xfrm rot="9096172">
                  <a:off x="2603525" y="1480054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8" name="Oval 967"/>
                <p:cNvSpPr/>
                <p:nvPr/>
              </p:nvSpPr>
              <p:spPr>
                <a:xfrm rot="10070500">
                  <a:off x="3818981" y="1164537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9" name="Oval 968"/>
                <p:cNvSpPr/>
                <p:nvPr/>
              </p:nvSpPr>
              <p:spPr>
                <a:xfrm rot="2058198">
                  <a:off x="4024524" y="2943692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0" name="Oval 969"/>
                <p:cNvSpPr/>
                <p:nvPr/>
              </p:nvSpPr>
              <p:spPr>
                <a:xfrm rot="6295454">
                  <a:off x="3003909" y="3208273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1" name="Oval 970"/>
                <p:cNvSpPr/>
                <p:nvPr/>
              </p:nvSpPr>
              <p:spPr>
                <a:xfrm>
                  <a:off x="3261152" y="2574461"/>
                  <a:ext cx="1799216" cy="150152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2" name="Oval 971"/>
                <p:cNvSpPr/>
                <p:nvPr/>
              </p:nvSpPr>
              <p:spPr>
                <a:xfrm rot="1431027">
                  <a:off x="3154321" y="2546742"/>
                  <a:ext cx="1266505" cy="1948016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975" name="Oval 974"/>
                <p:cNvSpPr/>
                <p:nvPr/>
              </p:nvSpPr>
              <p:spPr>
                <a:xfrm>
                  <a:off x="4122106" y="4033340"/>
                  <a:ext cx="506277" cy="110881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6" name="Oval 975"/>
                <p:cNvSpPr/>
                <p:nvPr/>
              </p:nvSpPr>
              <p:spPr>
                <a:xfrm>
                  <a:off x="3610116" y="3988005"/>
                  <a:ext cx="200541" cy="114064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7" name="Oval 976"/>
                <p:cNvSpPr/>
                <p:nvPr/>
              </p:nvSpPr>
              <p:spPr>
                <a:xfrm rot="19195174">
                  <a:off x="4054577" y="4049588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8" name="Oval 977"/>
                <p:cNvSpPr/>
                <p:nvPr/>
              </p:nvSpPr>
              <p:spPr>
                <a:xfrm rot="18103812">
                  <a:off x="3993695" y="4059862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64" name="Oval 963"/>
              <p:cNvSpPr/>
              <p:nvPr/>
            </p:nvSpPr>
            <p:spPr>
              <a:xfrm rot="19763082">
                <a:off x="4882687" y="3827631"/>
                <a:ext cx="970387" cy="58087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0" name="Group 909"/>
            <p:cNvGrpSpPr/>
            <p:nvPr/>
          </p:nvGrpSpPr>
          <p:grpSpPr>
            <a:xfrm>
              <a:off x="3291840" y="914400"/>
              <a:ext cx="3957853" cy="3560432"/>
              <a:chOff x="3291840" y="914400"/>
              <a:chExt cx="3957853" cy="3560432"/>
            </a:xfrm>
          </p:grpSpPr>
          <p:grpSp>
            <p:nvGrpSpPr>
              <p:cNvPr id="436" name="Group 435"/>
              <p:cNvGrpSpPr/>
              <p:nvPr/>
            </p:nvGrpSpPr>
            <p:grpSpPr>
              <a:xfrm>
                <a:off x="3291840" y="914400"/>
                <a:ext cx="3957853" cy="3560432"/>
                <a:chOff x="1871981" y="1164537"/>
                <a:chExt cx="3904638" cy="3396895"/>
              </a:xfrm>
              <a:solidFill>
                <a:srgbClr val="1C355E"/>
              </a:solidFill>
            </p:grpSpPr>
            <p:sp>
              <p:nvSpPr>
                <p:cNvPr id="440" name="Oval 439"/>
                <p:cNvSpPr/>
                <p:nvPr/>
              </p:nvSpPr>
              <p:spPr>
                <a:xfrm rot="11985287">
                  <a:off x="4926375" y="1840852"/>
                  <a:ext cx="850244" cy="112965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7" name="Oval 436"/>
                <p:cNvSpPr/>
                <p:nvPr/>
              </p:nvSpPr>
              <p:spPr>
                <a:xfrm rot="7419668">
                  <a:off x="1973452" y="2569599"/>
                  <a:ext cx="1008327" cy="1211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8" name="Oval 437"/>
                <p:cNvSpPr/>
                <p:nvPr/>
              </p:nvSpPr>
              <p:spPr>
                <a:xfrm rot="9096172">
                  <a:off x="2603525" y="1480054"/>
                  <a:ext cx="1008327" cy="1211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9" name="Oval 438"/>
                <p:cNvSpPr/>
                <p:nvPr/>
              </p:nvSpPr>
              <p:spPr>
                <a:xfrm rot="10070500">
                  <a:off x="3818981" y="1164537"/>
                  <a:ext cx="1008327" cy="1211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1" name="Oval 440"/>
                <p:cNvSpPr/>
                <p:nvPr/>
              </p:nvSpPr>
              <p:spPr>
                <a:xfrm rot="2058198">
                  <a:off x="4024524" y="2943692"/>
                  <a:ext cx="1454495" cy="125182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2" name="Oval 441"/>
                <p:cNvSpPr/>
                <p:nvPr/>
              </p:nvSpPr>
              <p:spPr>
                <a:xfrm rot="6295454">
                  <a:off x="3003909" y="3208273"/>
                  <a:ext cx="1454495" cy="125182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3" name="Oval 442"/>
                <p:cNvSpPr/>
                <p:nvPr/>
              </p:nvSpPr>
              <p:spPr>
                <a:xfrm>
                  <a:off x="3261152" y="2574461"/>
                  <a:ext cx="1799216" cy="150152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4" name="Oval 443"/>
                <p:cNvSpPr/>
                <p:nvPr/>
              </p:nvSpPr>
              <p:spPr>
                <a:xfrm rot="1431027">
                  <a:off x="3154321" y="2546742"/>
                  <a:ext cx="1266505" cy="194801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445" name="Oval 444"/>
                <p:cNvSpPr/>
                <p:nvPr/>
              </p:nvSpPr>
              <p:spPr>
                <a:xfrm rot="7834922">
                  <a:off x="4149994" y="2461733"/>
                  <a:ext cx="1068599" cy="177244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446" name="Oval 445"/>
                <p:cNvSpPr/>
                <p:nvPr/>
              </p:nvSpPr>
              <p:spPr>
                <a:xfrm rot="17937924">
                  <a:off x="4313076" y="3080752"/>
                  <a:ext cx="318428" cy="109587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7" name="Oval 446"/>
                <p:cNvSpPr/>
                <p:nvPr/>
              </p:nvSpPr>
              <p:spPr>
                <a:xfrm>
                  <a:off x="4122106" y="4033340"/>
                  <a:ext cx="506277" cy="11088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8" name="Oval 447"/>
                <p:cNvSpPr/>
                <p:nvPr/>
              </p:nvSpPr>
              <p:spPr>
                <a:xfrm>
                  <a:off x="3610116" y="3988005"/>
                  <a:ext cx="200541" cy="1140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9" name="Oval 448"/>
                <p:cNvSpPr/>
                <p:nvPr/>
              </p:nvSpPr>
              <p:spPr>
                <a:xfrm rot="19195174">
                  <a:off x="4054577" y="4049588"/>
                  <a:ext cx="532143" cy="12329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0" name="Oval 449"/>
                <p:cNvSpPr/>
                <p:nvPr/>
              </p:nvSpPr>
              <p:spPr>
                <a:xfrm rot="18103812">
                  <a:off x="3993695" y="4059862"/>
                  <a:ext cx="532143" cy="12329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09" name="Oval 908"/>
              <p:cNvSpPr/>
              <p:nvPr/>
            </p:nvSpPr>
            <p:spPr>
              <a:xfrm rot="19763082">
                <a:off x="4882687" y="3827631"/>
                <a:ext cx="970387" cy="580874"/>
              </a:xfrm>
              <a:prstGeom prst="ellipse">
                <a:avLst/>
              </a:prstGeom>
              <a:solidFill>
                <a:srgbClr val="1C355E"/>
              </a:solidFill>
              <a:ln>
                <a:solidFill>
                  <a:srgbClr val="1C35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80" name="Group 979"/>
            <p:cNvGrpSpPr/>
            <p:nvPr/>
          </p:nvGrpSpPr>
          <p:grpSpPr>
            <a:xfrm>
              <a:off x="3420704" y="991697"/>
              <a:ext cx="3816257" cy="3041915"/>
              <a:chOff x="3398365" y="994489"/>
              <a:chExt cx="3816257" cy="3041915"/>
            </a:xfrm>
          </p:grpSpPr>
          <p:grpSp>
            <p:nvGrpSpPr>
              <p:cNvPr id="826" name="Group 825"/>
              <p:cNvGrpSpPr/>
              <p:nvPr/>
            </p:nvGrpSpPr>
            <p:grpSpPr>
              <a:xfrm rot="13163100">
                <a:off x="6291496" y="1762356"/>
                <a:ext cx="923126" cy="769440"/>
                <a:chOff x="5932730" y="3264990"/>
                <a:chExt cx="923126" cy="769440"/>
              </a:xfrm>
            </p:grpSpPr>
            <p:cxnSp>
              <p:nvCxnSpPr>
                <p:cNvPr id="855" name="Straight Connector 854"/>
                <p:cNvCxnSpPr/>
                <p:nvPr/>
              </p:nvCxnSpPr>
              <p:spPr>
                <a:xfrm rot="8436900" flipH="1" flipV="1">
                  <a:off x="6208694" y="3836165"/>
                  <a:ext cx="238942" cy="198265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28" name="Group 827"/>
                <p:cNvGrpSpPr/>
                <p:nvPr/>
              </p:nvGrpSpPr>
              <p:grpSpPr>
                <a:xfrm>
                  <a:off x="5932730" y="3264990"/>
                  <a:ext cx="512824" cy="601556"/>
                  <a:chOff x="5933462" y="3263452"/>
                  <a:chExt cx="512824" cy="601556"/>
                </a:xfrm>
              </p:grpSpPr>
              <p:sp>
                <p:nvSpPr>
                  <p:cNvPr id="866" name="Oval 865"/>
                  <p:cNvSpPr/>
                  <p:nvPr/>
                </p:nvSpPr>
                <p:spPr>
                  <a:xfrm>
                    <a:off x="5933462" y="3770938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67" name="Group 866"/>
                  <p:cNvGrpSpPr/>
                  <p:nvPr/>
                </p:nvGrpSpPr>
                <p:grpSpPr>
                  <a:xfrm>
                    <a:off x="5951917" y="3263452"/>
                    <a:ext cx="494369" cy="601556"/>
                    <a:chOff x="5951917" y="3263452"/>
                    <a:chExt cx="494369" cy="601556"/>
                  </a:xfrm>
                </p:grpSpPr>
                <p:sp>
                  <p:nvSpPr>
                    <p:cNvPr id="868" name="Oval 867"/>
                    <p:cNvSpPr/>
                    <p:nvPr/>
                  </p:nvSpPr>
                  <p:spPr>
                    <a:xfrm>
                      <a:off x="6050146" y="3704266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869" name="Group 868"/>
                    <p:cNvGrpSpPr/>
                    <p:nvPr/>
                  </p:nvGrpSpPr>
                  <p:grpSpPr>
                    <a:xfrm>
                      <a:off x="6098356" y="3771289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892" name="Oval 891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93" name="Oval 892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870" name="Group 869"/>
                    <p:cNvGrpSpPr/>
                    <p:nvPr/>
                  </p:nvGrpSpPr>
                  <p:grpSpPr>
                    <a:xfrm>
                      <a:off x="5984192" y="3819288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890" name="Oval 889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91" name="Oval 890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871" name="Group 870"/>
                    <p:cNvGrpSpPr/>
                    <p:nvPr/>
                  </p:nvGrpSpPr>
                  <p:grpSpPr>
                    <a:xfrm>
                      <a:off x="5951917" y="3263452"/>
                      <a:ext cx="494369" cy="552593"/>
                      <a:chOff x="5951917" y="3263452"/>
                      <a:chExt cx="494369" cy="552593"/>
                    </a:xfrm>
                  </p:grpSpPr>
                  <p:grpSp>
                    <p:nvGrpSpPr>
                      <p:cNvPr id="872" name="Group 871"/>
                      <p:cNvGrpSpPr/>
                      <p:nvPr/>
                    </p:nvGrpSpPr>
                    <p:grpSpPr>
                      <a:xfrm>
                        <a:off x="6118287" y="3268216"/>
                        <a:ext cx="267674" cy="510385"/>
                        <a:chOff x="6084376" y="3386435"/>
                        <a:chExt cx="267674" cy="510385"/>
                      </a:xfrm>
                    </p:grpSpPr>
                    <p:cxnSp>
                      <p:nvCxnSpPr>
                        <p:cNvPr id="888" name="Straight Connector 887"/>
                        <p:cNvCxnSpPr/>
                        <p:nvPr/>
                      </p:nvCxnSpPr>
                      <p:spPr>
                        <a:xfrm flipH="1">
                          <a:off x="6084376" y="3386435"/>
                          <a:ext cx="267674" cy="305980"/>
                        </a:xfrm>
                        <a:prstGeom prst="line">
                          <a:avLst/>
                        </a:prstGeom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89" name="Straight Connector 888"/>
                        <p:cNvCxnSpPr/>
                        <p:nvPr/>
                      </p:nvCxnSpPr>
                      <p:spPr>
                        <a:xfrm>
                          <a:off x="6084376" y="3692415"/>
                          <a:ext cx="0" cy="204405"/>
                        </a:xfrm>
                        <a:prstGeom prst="line">
                          <a:avLst/>
                        </a:prstGeom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873" name="Group 872"/>
                      <p:cNvGrpSpPr/>
                      <p:nvPr/>
                    </p:nvGrpSpPr>
                    <p:grpSpPr>
                      <a:xfrm>
                        <a:off x="5951917" y="3263452"/>
                        <a:ext cx="494369" cy="552593"/>
                        <a:chOff x="5951917" y="3263452"/>
                        <a:chExt cx="494369" cy="552593"/>
                      </a:xfrm>
                    </p:grpSpPr>
                    <p:grpSp>
                      <p:nvGrpSpPr>
                        <p:cNvPr id="874" name="Group 873"/>
                        <p:cNvGrpSpPr/>
                        <p:nvPr/>
                      </p:nvGrpSpPr>
                      <p:grpSpPr>
                        <a:xfrm>
                          <a:off x="5951917" y="3263452"/>
                          <a:ext cx="381657" cy="552593"/>
                          <a:chOff x="5951917" y="3263452"/>
                          <a:chExt cx="381657" cy="552593"/>
                        </a:xfrm>
                      </p:grpSpPr>
                      <p:grpSp>
                        <p:nvGrpSpPr>
                          <p:cNvPr id="878" name="Group 877"/>
                          <p:cNvGrpSpPr/>
                          <p:nvPr/>
                        </p:nvGrpSpPr>
                        <p:grpSpPr>
                          <a:xfrm>
                            <a:off x="6065900" y="3263453"/>
                            <a:ext cx="267674" cy="449119"/>
                            <a:chOff x="6084376" y="3386435"/>
                            <a:chExt cx="267674" cy="449119"/>
                          </a:xfrm>
                        </p:grpSpPr>
                        <p:cxnSp>
                          <p:nvCxnSpPr>
                            <p:cNvPr id="886" name="Straight Connector 885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887" name="Straight Connector 886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143139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879" name="Group 878"/>
                          <p:cNvGrpSpPr/>
                          <p:nvPr/>
                        </p:nvGrpSpPr>
                        <p:grpSpPr>
                          <a:xfrm>
                            <a:off x="5951917" y="3263452"/>
                            <a:ext cx="324500" cy="552593"/>
                            <a:chOff x="5951917" y="3263452"/>
                            <a:chExt cx="324500" cy="552593"/>
                          </a:xfrm>
                        </p:grpSpPr>
                        <p:grpSp>
                          <p:nvGrpSpPr>
                            <p:cNvPr id="880" name="Group 879"/>
                            <p:cNvGrpSpPr/>
                            <p:nvPr/>
                          </p:nvGrpSpPr>
                          <p:grpSpPr>
                            <a:xfrm>
                              <a:off x="6008743" y="3263452"/>
                              <a:ext cx="267674" cy="552593"/>
                              <a:chOff x="6084376" y="3386435"/>
                              <a:chExt cx="267674" cy="552593"/>
                            </a:xfrm>
                          </p:grpSpPr>
                          <p:cxnSp>
                            <p:nvCxnSpPr>
                              <p:cNvPr id="884" name="Straight Connector 883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885" name="Straight Connector 884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2631" cy="246613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881" name="Group 880"/>
                            <p:cNvGrpSpPr/>
                            <p:nvPr/>
                          </p:nvGrpSpPr>
                          <p:grpSpPr>
                            <a:xfrm>
                              <a:off x="5951917" y="3268851"/>
                              <a:ext cx="267674" cy="510385"/>
                              <a:chOff x="6084376" y="3386435"/>
                              <a:chExt cx="267674" cy="510385"/>
                            </a:xfrm>
                          </p:grpSpPr>
                          <p:cxnSp>
                            <p:nvCxnSpPr>
                              <p:cNvPr id="882" name="Straight Connector 881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883" name="Straight Connector 882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204405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875" name="Group 874"/>
                        <p:cNvGrpSpPr/>
                        <p:nvPr/>
                      </p:nvGrpSpPr>
                      <p:grpSpPr>
                        <a:xfrm>
                          <a:off x="6178612" y="3290441"/>
                          <a:ext cx="267674" cy="386209"/>
                          <a:chOff x="6084376" y="3386435"/>
                          <a:chExt cx="267674" cy="386209"/>
                        </a:xfrm>
                      </p:grpSpPr>
                      <p:cxnSp>
                        <p:nvCxnSpPr>
                          <p:cNvPr id="876" name="Straight Connector 875"/>
                          <p:cNvCxnSpPr/>
                          <p:nvPr/>
                        </p:nvCxnSpPr>
                        <p:spPr>
                          <a:xfrm flipH="1">
                            <a:off x="6084376" y="3386435"/>
                            <a:ext cx="267674" cy="30598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877" name="Straight Connector 876"/>
                          <p:cNvCxnSpPr/>
                          <p:nvPr/>
                        </p:nvCxnSpPr>
                        <p:spPr>
                          <a:xfrm>
                            <a:off x="6084376" y="3692415"/>
                            <a:ext cx="0" cy="80229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</p:grpSp>
              </p:grpSp>
            </p:grpSp>
            <p:grpSp>
              <p:nvGrpSpPr>
                <p:cNvPr id="829" name="Group 828"/>
                <p:cNvGrpSpPr/>
                <p:nvPr/>
              </p:nvGrpSpPr>
              <p:grpSpPr>
                <a:xfrm>
                  <a:off x="6178612" y="3676650"/>
                  <a:ext cx="323788" cy="100692"/>
                  <a:chOff x="6178612" y="3676650"/>
                  <a:chExt cx="323788" cy="100692"/>
                </a:xfrm>
              </p:grpSpPr>
              <p:cxnSp>
                <p:nvCxnSpPr>
                  <p:cNvPr id="863" name="Straight Connector 862"/>
                  <p:cNvCxnSpPr/>
                  <p:nvPr/>
                </p:nvCxnSpPr>
                <p:spPr>
                  <a:xfrm>
                    <a:off x="6178612" y="3676650"/>
                    <a:ext cx="66570" cy="100692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4" name="Straight Connector 863"/>
                  <p:cNvCxnSpPr/>
                  <p:nvPr/>
                </p:nvCxnSpPr>
                <p:spPr>
                  <a:xfrm>
                    <a:off x="6241843" y="3777342"/>
                    <a:ext cx="260557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59" name="Straight Connector 858"/>
                <p:cNvCxnSpPr/>
                <p:nvPr/>
              </p:nvCxnSpPr>
              <p:spPr>
                <a:xfrm>
                  <a:off x="6204492" y="3836059"/>
                  <a:ext cx="330215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7" name="Straight Connector 856"/>
                <p:cNvCxnSpPr/>
                <p:nvPr/>
              </p:nvCxnSpPr>
              <p:spPr>
                <a:xfrm>
                  <a:off x="6229892" y="3883685"/>
                  <a:ext cx="330215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34" name="Group 833"/>
                <p:cNvGrpSpPr/>
                <p:nvPr/>
              </p:nvGrpSpPr>
              <p:grpSpPr>
                <a:xfrm>
                  <a:off x="6271167" y="3980851"/>
                  <a:ext cx="330215" cy="10190"/>
                  <a:chOff x="6204492" y="3831626"/>
                  <a:chExt cx="330215" cy="10190"/>
                </a:xfrm>
              </p:grpSpPr>
              <p:cxnSp>
                <p:nvCxnSpPr>
                  <p:cNvPr id="853" name="Straight Connector 852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4" name="Straight Connector 853"/>
                  <p:cNvCxnSpPr/>
                  <p:nvPr/>
                </p:nvCxnSpPr>
                <p:spPr>
                  <a:xfrm rot="8436900">
                    <a:off x="6522558" y="3831626"/>
                    <a:ext cx="9557" cy="1019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39" name="Group 838"/>
                <p:cNvGrpSpPr/>
                <p:nvPr/>
              </p:nvGrpSpPr>
              <p:grpSpPr>
                <a:xfrm>
                  <a:off x="6165950" y="3808156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847" name="Oval 846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8" name="Oval 847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40" name="Oval 839"/>
                <p:cNvSpPr/>
                <p:nvPr/>
              </p:nvSpPr>
              <p:spPr>
                <a:xfrm>
                  <a:off x="6229528" y="3871723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1" name="Oval 840"/>
                <p:cNvSpPr/>
                <p:nvPr/>
              </p:nvSpPr>
              <p:spPr>
                <a:xfrm>
                  <a:off x="6250961" y="3976502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42" name="Group 841"/>
                <p:cNvGrpSpPr/>
                <p:nvPr/>
              </p:nvGrpSpPr>
              <p:grpSpPr>
                <a:xfrm>
                  <a:off x="6127848" y="3917691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845" name="Oval 844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6" name="Oval 845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843" name="Straight Connector 842"/>
                <p:cNvCxnSpPr/>
                <p:nvPr/>
              </p:nvCxnSpPr>
              <p:spPr>
                <a:xfrm>
                  <a:off x="6855856" y="3774043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4" name="Straight Connector 843"/>
                <p:cNvCxnSpPr/>
                <p:nvPr/>
              </p:nvCxnSpPr>
              <p:spPr>
                <a:xfrm>
                  <a:off x="6855856" y="3774043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9" name="Group 978"/>
              <p:cNvGrpSpPr/>
              <p:nvPr/>
            </p:nvGrpSpPr>
            <p:grpSpPr>
              <a:xfrm>
                <a:off x="3398365" y="994489"/>
                <a:ext cx="3443046" cy="3041915"/>
                <a:chOff x="3398365" y="994489"/>
                <a:chExt cx="3443046" cy="3041915"/>
              </a:xfrm>
            </p:grpSpPr>
            <p:grpSp>
              <p:nvGrpSpPr>
                <p:cNvPr id="435" name="Group 434"/>
                <p:cNvGrpSpPr/>
                <p:nvPr/>
              </p:nvGrpSpPr>
              <p:grpSpPr>
                <a:xfrm>
                  <a:off x="5849546" y="2698371"/>
                  <a:ext cx="963932" cy="1338033"/>
                  <a:chOff x="5932730" y="2665901"/>
                  <a:chExt cx="963932" cy="1338033"/>
                </a:xfrm>
              </p:grpSpPr>
              <p:grpSp>
                <p:nvGrpSpPr>
                  <p:cNvPr id="103" name="Group 102"/>
                  <p:cNvGrpSpPr/>
                  <p:nvPr/>
                </p:nvGrpSpPr>
                <p:grpSpPr>
                  <a:xfrm>
                    <a:off x="6383524" y="3508645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104" name="Oval 103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5" name="Oval 104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93" name="Group 292"/>
                  <p:cNvGrpSpPr/>
                  <p:nvPr/>
                </p:nvGrpSpPr>
                <p:grpSpPr>
                  <a:xfrm>
                    <a:off x="5932730" y="2665901"/>
                    <a:ext cx="525119" cy="1200645"/>
                    <a:chOff x="5933462" y="2664363"/>
                    <a:chExt cx="525119" cy="1200645"/>
                  </a:xfrm>
                </p:grpSpPr>
                <p:sp>
                  <p:nvSpPr>
                    <p:cNvPr id="164" name="Oval 163"/>
                    <p:cNvSpPr/>
                    <p:nvPr/>
                  </p:nvSpPr>
                  <p:spPr>
                    <a:xfrm>
                      <a:off x="5933462" y="3770938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292" name="Group 291"/>
                    <p:cNvGrpSpPr/>
                    <p:nvPr/>
                  </p:nvGrpSpPr>
                  <p:grpSpPr>
                    <a:xfrm>
                      <a:off x="5951917" y="2664363"/>
                      <a:ext cx="506664" cy="1200645"/>
                      <a:chOff x="5951917" y="2664363"/>
                      <a:chExt cx="506664" cy="1200645"/>
                    </a:xfrm>
                  </p:grpSpPr>
                  <p:sp>
                    <p:nvSpPr>
                      <p:cNvPr id="96" name="Oval 95"/>
                      <p:cNvSpPr/>
                      <p:nvPr/>
                    </p:nvSpPr>
                    <p:spPr>
                      <a:xfrm>
                        <a:off x="6050146" y="3704266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20" name="Group 119"/>
                      <p:cNvGrpSpPr/>
                      <p:nvPr/>
                    </p:nvGrpSpPr>
                    <p:grpSpPr>
                      <a:xfrm>
                        <a:off x="6098356" y="3771289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121" name="Oval 120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2" name="Oval 121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1" name="Group 160"/>
                      <p:cNvGrpSpPr/>
                      <p:nvPr/>
                    </p:nvGrpSpPr>
                    <p:grpSpPr>
                      <a:xfrm>
                        <a:off x="5984192" y="3819288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162" name="Oval 161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91" name="Group 290"/>
                      <p:cNvGrpSpPr/>
                      <p:nvPr/>
                    </p:nvGrpSpPr>
                    <p:grpSpPr>
                      <a:xfrm>
                        <a:off x="5951917" y="2664363"/>
                        <a:ext cx="506664" cy="1151682"/>
                        <a:chOff x="5951917" y="2664363"/>
                        <a:chExt cx="506664" cy="1151682"/>
                      </a:xfrm>
                    </p:grpSpPr>
                    <p:grpSp>
                      <p:nvGrpSpPr>
                        <p:cNvPr id="266" name="Group 265"/>
                        <p:cNvGrpSpPr/>
                        <p:nvPr/>
                      </p:nvGrpSpPr>
                      <p:grpSpPr>
                        <a:xfrm>
                          <a:off x="5951917" y="2698138"/>
                          <a:ext cx="494369" cy="1117907"/>
                          <a:chOff x="5951917" y="2698138"/>
                          <a:chExt cx="494369" cy="1117907"/>
                        </a:xfrm>
                      </p:grpSpPr>
                      <p:grpSp>
                        <p:nvGrpSpPr>
                          <p:cNvPr id="148" name="Group 147"/>
                          <p:cNvGrpSpPr/>
                          <p:nvPr/>
                        </p:nvGrpSpPr>
                        <p:grpSpPr>
                          <a:xfrm>
                            <a:off x="6118287" y="2843692"/>
                            <a:ext cx="267674" cy="934909"/>
                            <a:chOff x="6084376" y="2961911"/>
                            <a:chExt cx="267674" cy="934909"/>
                          </a:xfrm>
                        </p:grpSpPr>
                        <p:cxnSp>
                          <p:nvCxnSpPr>
                            <p:cNvPr id="139" name="Straight Connector 138"/>
                            <p:cNvCxnSpPr/>
                            <p:nvPr/>
                          </p:nvCxnSpPr>
                          <p:spPr>
                            <a:xfrm>
                              <a:off x="6351467" y="2961911"/>
                              <a:ext cx="0" cy="422137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41" name="Straight Connector 140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47" name="Straight Connector 146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204405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265" name="Group 264"/>
                          <p:cNvGrpSpPr/>
                          <p:nvPr/>
                        </p:nvGrpSpPr>
                        <p:grpSpPr>
                          <a:xfrm>
                            <a:off x="5951917" y="2698138"/>
                            <a:ext cx="494369" cy="1117907"/>
                            <a:chOff x="5951917" y="2698138"/>
                            <a:chExt cx="494369" cy="1117907"/>
                          </a:xfrm>
                        </p:grpSpPr>
                        <p:grpSp>
                          <p:nvGrpSpPr>
                            <p:cNvPr id="264" name="Group 263"/>
                            <p:cNvGrpSpPr/>
                            <p:nvPr/>
                          </p:nvGrpSpPr>
                          <p:grpSpPr>
                            <a:xfrm>
                              <a:off x="5951917" y="2698138"/>
                              <a:ext cx="381657" cy="1117907"/>
                              <a:chOff x="5951917" y="2698138"/>
                              <a:chExt cx="381657" cy="1117907"/>
                            </a:xfrm>
                          </p:grpSpPr>
                          <p:grpSp>
                            <p:nvGrpSpPr>
                              <p:cNvPr id="149" name="Group 148"/>
                              <p:cNvGrpSpPr/>
                              <p:nvPr/>
                            </p:nvGrpSpPr>
                            <p:grpSpPr>
                              <a:xfrm>
                                <a:off x="6065900" y="2698138"/>
                                <a:ext cx="267674" cy="1014434"/>
                                <a:chOff x="6084376" y="2821120"/>
                                <a:chExt cx="267674" cy="1014434"/>
                              </a:xfrm>
                            </p:grpSpPr>
                            <p:cxnSp>
                              <p:nvCxnSpPr>
                                <p:cNvPr id="150" name="Straight Connector 149"/>
                                <p:cNvCxnSpPr/>
                                <p:nvPr/>
                              </p:nvCxnSpPr>
                              <p:spPr>
                                <a:xfrm>
                                  <a:off x="6351467" y="2821120"/>
                                  <a:ext cx="0" cy="562928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1" name="Straight Connector 150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52" name="Straight Connector 151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0" cy="143139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263" name="Group 262"/>
                              <p:cNvGrpSpPr/>
                              <p:nvPr/>
                            </p:nvGrpSpPr>
                            <p:grpSpPr>
                              <a:xfrm>
                                <a:off x="5951917" y="2703536"/>
                                <a:ext cx="324500" cy="1112509"/>
                                <a:chOff x="5951917" y="2703536"/>
                                <a:chExt cx="324500" cy="1112509"/>
                              </a:xfrm>
                            </p:grpSpPr>
                            <p:grpSp>
                              <p:nvGrpSpPr>
                                <p:cNvPr id="153" name="Group 152"/>
                                <p:cNvGrpSpPr/>
                                <p:nvPr/>
                              </p:nvGrpSpPr>
                              <p:grpSpPr>
                                <a:xfrm>
                                  <a:off x="6008743" y="2821120"/>
                                  <a:ext cx="267674" cy="994925"/>
                                  <a:chOff x="6084376" y="2944103"/>
                                  <a:chExt cx="267674" cy="994925"/>
                                </a:xfrm>
                              </p:grpSpPr>
                              <p:cxnSp>
                                <p:nvCxnSpPr>
                                  <p:cNvPr id="154" name="Straight Connector 153"/>
                                  <p:cNvCxnSpPr/>
                                  <p:nvPr/>
                                </p:nvCxnSpPr>
                                <p:spPr>
                                  <a:xfrm>
                                    <a:off x="6351467" y="2944103"/>
                                    <a:ext cx="0" cy="439945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155" name="Straight Connector 154"/>
                                  <p:cNvCxnSpPr/>
                                  <p:nvPr/>
                                </p:nvCxnSpPr>
                                <p:spPr>
                                  <a:xfrm flipH="1">
                                    <a:off x="6084376" y="3386435"/>
                                    <a:ext cx="267674" cy="305980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156" name="Straight Connector 155"/>
                                  <p:cNvCxnSpPr>
                                    <a:endCxn id="40" idx="6"/>
                                  </p:cNvCxnSpPr>
                                  <p:nvPr/>
                                </p:nvCxnSpPr>
                                <p:spPr>
                                  <a:xfrm>
                                    <a:off x="6084376" y="3692415"/>
                                    <a:ext cx="2631" cy="246613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  <p:grpSp>
                              <p:nvGrpSpPr>
                                <p:cNvPr id="157" name="Group 156"/>
                                <p:cNvGrpSpPr/>
                                <p:nvPr/>
                              </p:nvGrpSpPr>
                              <p:grpSpPr>
                                <a:xfrm>
                                  <a:off x="5951917" y="2703536"/>
                                  <a:ext cx="267674" cy="1075700"/>
                                  <a:chOff x="6084376" y="2821120"/>
                                  <a:chExt cx="267674" cy="1075700"/>
                                </a:xfrm>
                              </p:grpSpPr>
                              <p:cxnSp>
                                <p:nvCxnSpPr>
                                  <p:cNvPr id="158" name="Straight Connector 157"/>
                                  <p:cNvCxnSpPr/>
                                  <p:nvPr/>
                                </p:nvCxnSpPr>
                                <p:spPr>
                                  <a:xfrm>
                                    <a:off x="6351467" y="2821120"/>
                                    <a:ext cx="0" cy="562928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159" name="Straight Connector 158"/>
                                  <p:cNvCxnSpPr/>
                                  <p:nvPr/>
                                </p:nvCxnSpPr>
                                <p:spPr>
                                  <a:xfrm flipH="1">
                                    <a:off x="6084376" y="3386435"/>
                                    <a:ext cx="267674" cy="305980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160" name="Straight Connector 159"/>
                                  <p:cNvCxnSpPr/>
                                  <p:nvPr/>
                                </p:nvCxnSpPr>
                                <p:spPr>
                                  <a:xfrm>
                                    <a:off x="6084376" y="3692415"/>
                                    <a:ext cx="0" cy="204405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</p:grpSp>
                        </p:grpSp>
                        <p:grpSp>
                          <p:nvGrpSpPr>
                            <p:cNvPr id="165" name="Group 164"/>
                            <p:cNvGrpSpPr/>
                            <p:nvPr/>
                          </p:nvGrpSpPr>
                          <p:grpSpPr>
                            <a:xfrm>
                              <a:off x="6178612" y="2725126"/>
                              <a:ext cx="267674" cy="951524"/>
                              <a:chOff x="6084376" y="2821120"/>
                              <a:chExt cx="267674" cy="951524"/>
                            </a:xfrm>
                          </p:grpSpPr>
                          <p:cxnSp>
                            <p:nvCxnSpPr>
                              <p:cNvPr id="166" name="Straight Connector 165"/>
                              <p:cNvCxnSpPr/>
                              <p:nvPr/>
                            </p:nvCxnSpPr>
                            <p:spPr>
                              <a:xfrm>
                                <a:off x="6351467" y="2821120"/>
                                <a:ext cx="0" cy="562928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67" name="Straight Connector 166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68" name="Straight Connector 167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80229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170" name="Group 169"/>
                        <p:cNvGrpSpPr/>
                        <p:nvPr/>
                      </p:nvGrpSpPr>
                      <p:grpSpPr>
                        <a:xfrm>
                          <a:off x="6196123" y="2666744"/>
                          <a:ext cx="45720" cy="45720"/>
                          <a:chOff x="5652784" y="2816442"/>
                          <a:chExt cx="82296" cy="82296"/>
                        </a:xfrm>
                      </p:grpSpPr>
                      <p:sp>
                        <p:nvSpPr>
                          <p:cNvPr id="171" name="Oval 170"/>
                          <p:cNvSpPr/>
                          <p:nvPr/>
                        </p:nvSpPr>
                        <p:spPr>
                          <a:xfrm>
                            <a:off x="5652784" y="2816442"/>
                            <a:ext cx="82296" cy="82296"/>
                          </a:xfrm>
                          <a:prstGeom prst="ellipse">
                            <a:avLst/>
                          </a:prstGeom>
                          <a:solidFill>
                            <a:srgbClr val="00B0F0"/>
                          </a:solidFill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72" name="Oval 171"/>
                          <p:cNvSpPr/>
                          <p:nvPr/>
                        </p:nvSpPr>
                        <p:spPr>
                          <a:xfrm flipH="1">
                            <a:off x="5680421" y="2843692"/>
                            <a:ext cx="27432" cy="27432"/>
                          </a:xfrm>
                          <a:prstGeom prst="ellipse">
                            <a:avLst/>
                          </a:prstGeom>
                          <a:solidFill>
                            <a:srgbClr val="1C355E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6262080" y="280016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grpSp>
                      <p:nvGrpSpPr>
                        <p:cNvPr id="174" name="Group 173"/>
                        <p:cNvGrpSpPr/>
                        <p:nvPr/>
                      </p:nvGrpSpPr>
                      <p:grpSpPr>
                        <a:xfrm>
                          <a:off x="6310425" y="2664363"/>
                          <a:ext cx="45720" cy="45720"/>
                          <a:chOff x="5652784" y="2816442"/>
                          <a:chExt cx="82296" cy="82296"/>
                        </a:xfrm>
                      </p:grpSpPr>
                      <p:sp>
                        <p:nvSpPr>
                          <p:cNvPr id="175" name="Oval 174"/>
                          <p:cNvSpPr/>
                          <p:nvPr/>
                        </p:nvSpPr>
                        <p:spPr>
                          <a:xfrm>
                            <a:off x="5652784" y="2816442"/>
                            <a:ext cx="82296" cy="82296"/>
                          </a:xfrm>
                          <a:prstGeom prst="ellipse">
                            <a:avLst/>
                          </a:prstGeom>
                          <a:solidFill>
                            <a:srgbClr val="00B0F0"/>
                          </a:solidFill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76" name="Oval 175"/>
                          <p:cNvSpPr/>
                          <p:nvPr/>
                        </p:nvSpPr>
                        <p:spPr>
                          <a:xfrm flipH="1">
                            <a:off x="5680421" y="2843692"/>
                            <a:ext cx="27432" cy="27432"/>
                          </a:xfrm>
                          <a:prstGeom prst="ellipse">
                            <a:avLst/>
                          </a:prstGeom>
                          <a:solidFill>
                            <a:srgbClr val="1C355E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77" name="Oval 176"/>
                        <p:cNvSpPr/>
                        <p:nvPr/>
                      </p:nvSpPr>
                      <p:spPr>
                        <a:xfrm>
                          <a:off x="6431149" y="271126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177"/>
                        <p:cNvSpPr/>
                        <p:nvPr/>
                      </p:nvSpPr>
                      <p:spPr>
                        <a:xfrm>
                          <a:off x="6373995" y="282238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51" name="Group 250"/>
                  <p:cNvGrpSpPr/>
                  <p:nvPr/>
                </p:nvGrpSpPr>
                <p:grpSpPr>
                  <a:xfrm>
                    <a:off x="6178612" y="3499880"/>
                    <a:ext cx="594846" cy="277462"/>
                    <a:chOff x="6178612" y="3499880"/>
                    <a:chExt cx="594846" cy="277462"/>
                  </a:xfrm>
                </p:grpSpPr>
                <p:cxnSp>
                  <p:nvCxnSpPr>
                    <p:cNvPr id="180" name="Straight Connector 179"/>
                    <p:cNvCxnSpPr>
                      <a:endCxn id="37" idx="3"/>
                    </p:cNvCxnSpPr>
                    <p:nvPr/>
                  </p:nvCxnSpPr>
                  <p:spPr>
                    <a:xfrm>
                      <a:off x="6178612" y="3676650"/>
                      <a:ext cx="66570" cy="100692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" name="Straight Connector 185"/>
                    <p:cNvCxnSpPr/>
                    <p:nvPr/>
                  </p:nvCxnSpPr>
                  <p:spPr>
                    <a:xfrm>
                      <a:off x="6241843" y="3777342"/>
                      <a:ext cx="260557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8" name="Straight Connector 187"/>
                    <p:cNvCxnSpPr/>
                    <p:nvPr/>
                  </p:nvCxnSpPr>
                  <p:spPr>
                    <a:xfrm flipV="1">
                      <a:off x="6504627" y="3499880"/>
                      <a:ext cx="268831" cy="274932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1" name="Group 190"/>
                  <p:cNvGrpSpPr/>
                  <p:nvPr/>
                </p:nvGrpSpPr>
                <p:grpSpPr>
                  <a:xfrm>
                    <a:off x="6510870" y="2937504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192" name="Oval 191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3" name="Oval 192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00" name="Group 199"/>
                  <p:cNvGrpSpPr/>
                  <p:nvPr/>
                </p:nvGrpSpPr>
                <p:grpSpPr>
                  <a:xfrm>
                    <a:off x="6761275" y="3451763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01" name="Oval 200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2" name="Oval 201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11" name="Group 210"/>
                  <p:cNvGrpSpPr/>
                  <p:nvPr/>
                </p:nvGrpSpPr>
                <p:grpSpPr>
                  <a:xfrm>
                    <a:off x="6204492" y="3596421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7" name="Straight Connector 206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12" name="Group 211"/>
                  <p:cNvGrpSpPr/>
                  <p:nvPr/>
                </p:nvGrpSpPr>
                <p:grpSpPr>
                  <a:xfrm>
                    <a:off x="6229892" y="3588237"/>
                    <a:ext cx="626707" cy="297015"/>
                    <a:chOff x="6204492" y="3540612"/>
                    <a:chExt cx="626707" cy="297015"/>
                  </a:xfrm>
                </p:grpSpPr>
                <p:cxnSp>
                  <p:nvCxnSpPr>
                    <p:cNvPr id="213" name="Straight Connector 212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4" name="Straight Connector 213"/>
                    <p:cNvCxnSpPr/>
                    <p:nvPr/>
                  </p:nvCxnSpPr>
                  <p:spPr>
                    <a:xfrm flipV="1">
                      <a:off x="6534263" y="3540612"/>
                      <a:ext cx="296936" cy="297015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15" name="Group 214"/>
                  <p:cNvGrpSpPr/>
                  <p:nvPr/>
                </p:nvGrpSpPr>
                <p:grpSpPr>
                  <a:xfrm>
                    <a:off x="6172924" y="3694846"/>
                    <a:ext cx="646931" cy="241206"/>
                    <a:chOff x="6128474" y="3596421"/>
                    <a:chExt cx="646931" cy="241206"/>
                  </a:xfrm>
                </p:grpSpPr>
                <p:cxnSp>
                  <p:nvCxnSpPr>
                    <p:cNvPr id="216" name="Straight Connector 215"/>
                    <p:cNvCxnSpPr/>
                    <p:nvPr/>
                  </p:nvCxnSpPr>
                  <p:spPr>
                    <a:xfrm>
                      <a:off x="6128474" y="3836060"/>
                      <a:ext cx="406233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7" name="Straight Connector 216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18" name="Group 217"/>
                  <p:cNvGrpSpPr/>
                  <p:nvPr/>
                </p:nvGrpSpPr>
                <p:grpSpPr>
                  <a:xfrm>
                    <a:off x="6271167" y="3745646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219" name="Straight Connector 218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Connector 219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1" name="Oval 220"/>
                  <p:cNvSpPr/>
                  <p:nvPr/>
                </p:nvSpPr>
                <p:spPr>
                  <a:xfrm>
                    <a:off x="6767699" y="3581211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2" name="Group 221"/>
                  <p:cNvGrpSpPr/>
                  <p:nvPr/>
                </p:nvGrpSpPr>
                <p:grpSpPr>
                  <a:xfrm>
                    <a:off x="6850942" y="354636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23" name="Oval 222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24" name="Oval 223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25" name="Oval 224"/>
                  <p:cNvSpPr/>
                  <p:nvPr/>
                </p:nvSpPr>
                <p:spPr>
                  <a:xfrm>
                    <a:off x="6810330" y="3673397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6" name="Group 225"/>
                  <p:cNvGrpSpPr/>
                  <p:nvPr/>
                </p:nvGrpSpPr>
                <p:grpSpPr>
                  <a:xfrm>
                    <a:off x="6834057" y="3724949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27" name="Oval 226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28" name="Oval 227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29" name="Group 228"/>
                  <p:cNvGrpSpPr/>
                  <p:nvPr/>
                </p:nvGrpSpPr>
                <p:grpSpPr>
                  <a:xfrm>
                    <a:off x="6165950" y="3808156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30" name="Oval 229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1" name="Oval 230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32" name="Oval 231"/>
                  <p:cNvSpPr/>
                  <p:nvPr/>
                </p:nvSpPr>
                <p:spPr>
                  <a:xfrm>
                    <a:off x="6229528" y="387172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4" name="Oval 233"/>
                  <p:cNvSpPr/>
                  <p:nvPr/>
                </p:nvSpPr>
                <p:spPr>
                  <a:xfrm>
                    <a:off x="6250961" y="3976502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35" name="Group 234"/>
                  <p:cNvGrpSpPr/>
                  <p:nvPr/>
                </p:nvGrpSpPr>
                <p:grpSpPr>
                  <a:xfrm>
                    <a:off x="6127848" y="391769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36" name="Oval 235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7" name="Oval 236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245" name="Straight Connector 244"/>
                  <p:cNvCxnSpPr>
                    <a:stCxn id="36" idx="0"/>
                    <a:endCxn id="36" idx="0"/>
                  </p:cNvCxnSpPr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0" name="Straight Connector 249"/>
                  <p:cNvCxnSpPr>
                    <a:stCxn id="36" idx="0"/>
                    <a:endCxn id="36" idx="0"/>
                  </p:cNvCxnSpPr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7" name="Rectangle 256"/>
                  <p:cNvSpPr/>
                  <p:nvPr/>
                </p:nvSpPr>
                <p:spPr>
                  <a:xfrm>
                    <a:off x="6534263" y="3165835"/>
                    <a:ext cx="187246" cy="250607"/>
                  </a:xfrm>
                  <a:prstGeom prst="rect">
                    <a:avLst/>
                  </a:prstGeom>
                  <a:solidFill>
                    <a:srgbClr val="1C355E"/>
                  </a:solidFill>
                  <a:ln w="2857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41" name="Group 540"/>
                <p:cNvGrpSpPr/>
                <p:nvPr/>
              </p:nvGrpSpPr>
              <p:grpSpPr>
                <a:xfrm rot="7703424">
                  <a:off x="5529828" y="1014388"/>
                  <a:ext cx="137160" cy="137160"/>
                  <a:chOff x="5578565" y="2719698"/>
                  <a:chExt cx="82296" cy="82296"/>
                </a:xfrm>
              </p:grpSpPr>
              <p:sp>
                <p:nvSpPr>
                  <p:cNvPr id="627" name="Oval 626"/>
                  <p:cNvSpPr/>
                  <p:nvPr/>
                </p:nvSpPr>
                <p:spPr>
                  <a:xfrm>
                    <a:off x="5578565" y="2719698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8" name="Oval 627"/>
                  <p:cNvSpPr/>
                  <p:nvPr/>
                </p:nvSpPr>
                <p:spPr>
                  <a:xfrm flipH="1">
                    <a:off x="5606201" y="2746949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85" name="Group 584"/>
                <p:cNvGrpSpPr/>
                <p:nvPr/>
              </p:nvGrpSpPr>
              <p:grpSpPr>
                <a:xfrm rot="7703424">
                  <a:off x="5714998" y="1020985"/>
                  <a:ext cx="362419" cy="684955"/>
                  <a:chOff x="6182840" y="2664363"/>
                  <a:chExt cx="362419" cy="684955"/>
                </a:xfrm>
              </p:grpSpPr>
              <p:sp>
                <p:nvSpPr>
                  <p:cNvPr id="586" name="Oval 585"/>
                  <p:cNvSpPr/>
                  <p:nvPr/>
                </p:nvSpPr>
                <p:spPr>
                  <a:xfrm>
                    <a:off x="6200178" y="325436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589" name="Group 588"/>
                  <p:cNvGrpSpPr/>
                  <p:nvPr/>
                </p:nvGrpSpPr>
                <p:grpSpPr>
                  <a:xfrm>
                    <a:off x="6182840" y="2664363"/>
                    <a:ext cx="362419" cy="684955"/>
                    <a:chOff x="6182840" y="2664363"/>
                    <a:chExt cx="362419" cy="684955"/>
                  </a:xfrm>
                </p:grpSpPr>
                <p:grpSp>
                  <p:nvGrpSpPr>
                    <p:cNvPr id="590" name="Group 589"/>
                    <p:cNvGrpSpPr/>
                    <p:nvPr/>
                  </p:nvGrpSpPr>
                  <p:grpSpPr>
                    <a:xfrm>
                      <a:off x="6182840" y="2698138"/>
                      <a:ext cx="362419" cy="651180"/>
                      <a:chOff x="6182840" y="2698138"/>
                      <a:chExt cx="362419" cy="651180"/>
                    </a:xfrm>
                  </p:grpSpPr>
                  <p:cxnSp>
                    <p:nvCxnSpPr>
                      <p:cNvPr id="620" name="Straight Connector 619"/>
                      <p:cNvCxnSpPr/>
                      <p:nvPr/>
                    </p:nvCxnSpPr>
                    <p:spPr>
                      <a:xfrm rot="13896576" flipH="1" flipV="1">
                        <a:off x="6267296" y="2904176"/>
                        <a:ext cx="243175" cy="183729"/>
                      </a:xfrm>
                      <a:prstGeom prst="line">
                        <a:avLst/>
                      </a:prstGeom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601" name="Group 600"/>
                      <p:cNvGrpSpPr/>
                      <p:nvPr/>
                    </p:nvGrpSpPr>
                    <p:grpSpPr>
                      <a:xfrm>
                        <a:off x="6182840" y="2698138"/>
                        <a:ext cx="362419" cy="651180"/>
                        <a:chOff x="6182840" y="2698138"/>
                        <a:chExt cx="362419" cy="651180"/>
                      </a:xfrm>
                    </p:grpSpPr>
                    <p:grpSp>
                      <p:nvGrpSpPr>
                        <p:cNvPr id="602" name="Group 601"/>
                        <p:cNvGrpSpPr/>
                        <p:nvPr/>
                      </p:nvGrpSpPr>
                      <p:grpSpPr>
                        <a:xfrm>
                          <a:off x="6182840" y="2698138"/>
                          <a:ext cx="322263" cy="651180"/>
                          <a:chOff x="6182840" y="2698138"/>
                          <a:chExt cx="322263" cy="651180"/>
                        </a:xfrm>
                      </p:grpSpPr>
                      <p:grpSp>
                        <p:nvGrpSpPr>
                          <p:cNvPr id="607" name="Group 606"/>
                          <p:cNvGrpSpPr/>
                          <p:nvPr/>
                        </p:nvGrpSpPr>
                        <p:grpSpPr>
                          <a:xfrm>
                            <a:off x="6332991" y="2698138"/>
                            <a:ext cx="172112" cy="651180"/>
                            <a:chOff x="6351467" y="2821120"/>
                            <a:chExt cx="172112" cy="651180"/>
                          </a:xfrm>
                        </p:grpSpPr>
                        <p:cxnSp>
                          <p:nvCxnSpPr>
                            <p:cNvPr id="617" name="Straight Connector 616"/>
                            <p:cNvCxnSpPr/>
                            <p:nvPr/>
                          </p:nvCxnSpPr>
                          <p:spPr>
                            <a:xfrm>
                              <a:off x="6351467" y="2821120"/>
                              <a:ext cx="0" cy="562928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618" name="Straight Connector 617"/>
                            <p:cNvCxnSpPr>
                              <a:endCxn id="560" idx="1"/>
                            </p:cNvCxnSpPr>
                            <p:nvPr/>
                          </p:nvCxnSpPr>
                          <p:spPr>
                            <a:xfrm rot="13896576" flipH="1">
                              <a:off x="6379969" y="3328691"/>
                              <a:ext cx="145583" cy="141636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608" name="Group 607"/>
                          <p:cNvGrpSpPr/>
                          <p:nvPr/>
                        </p:nvGrpSpPr>
                        <p:grpSpPr>
                          <a:xfrm>
                            <a:off x="6182840" y="2703536"/>
                            <a:ext cx="108422" cy="602555"/>
                            <a:chOff x="6182840" y="2703536"/>
                            <a:chExt cx="108422" cy="602555"/>
                          </a:xfrm>
                        </p:grpSpPr>
                        <p:grpSp>
                          <p:nvGrpSpPr>
                            <p:cNvPr id="609" name="Group 608"/>
                            <p:cNvGrpSpPr/>
                            <p:nvPr/>
                          </p:nvGrpSpPr>
                          <p:grpSpPr>
                            <a:xfrm>
                              <a:off x="6182840" y="2821120"/>
                              <a:ext cx="108422" cy="484971"/>
                              <a:chOff x="6258473" y="2944103"/>
                              <a:chExt cx="108422" cy="484971"/>
                            </a:xfrm>
                          </p:grpSpPr>
                          <p:cxnSp>
                            <p:nvCxnSpPr>
                              <p:cNvPr id="614" name="Straight Connector 613"/>
                              <p:cNvCxnSpPr/>
                              <p:nvPr/>
                            </p:nvCxnSpPr>
                            <p:spPr>
                              <a:xfrm>
                                <a:off x="6351467" y="2944103"/>
                                <a:ext cx="0" cy="439945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615" name="Straight Connector 614"/>
                              <p:cNvCxnSpPr/>
                              <p:nvPr/>
                            </p:nvCxnSpPr>
                            <p:spPr>
                              <a:xfrm rot="13896576" flipH="1" flipV="1">
                                <a:off x="6307653" y="3369833"/>
                                <a:ext cx="10061" cy="108422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cxnSp>
                          <p:nvCxnSpPr>
                            <p:cNvPr id="611" name="Straight Connector 610"/>
                            <p:cNvCxnSpPr/>
                            <p:nvPr/>
                          </p:nvCxnSpPr>
                          <p:spPr>
                            <a:xfrm>
                              <a:off x="6219008" y="2703536"/>
                              <a:ext cx="0" cy="562928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cxnSp>
                      <p:nvCxnSpPr>
                        <p:cNvPr id="604" name="Straight Connector 603"/>
                        <p:cNvCxnSpPr/>
                        <p:nvPr/>
                      </p:nvCxnSpPr>
                      <p:spPr>
                        <a:xfrm rot="13896576" flipH="1" flipV="1">
                          <a:off x="6321096" y="2786921"/>
                          <a:ext cx="252417" cy="195909"/>
                        </a:xfrm>
                        <a:prstGeom prst="line">
                          <a:avLst/>
                        </a:prstGeom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591" name="Group 590"/>
                    <p:cNvGrpSpPr/>
                    <p:nvPr/>
                  </p:nvGrpSpPr>
                  <p:grpSpPr>
                    <a:xfrm>
                      <a:off x="6196123" y="2666744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598" name="Oval 597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99" name="Oval 598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592" name="Oval 591"/>
                    <p:cNvSpPr/>
                    <p:nvPr/>
                  </p:nvSpPr>
                  <p:spPr>
                    <a:xfrm>
                      <a:off x="6262080" y="280016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593" name="Group 592"/>
                    <p:cNvGrpSpPr/>
                    <p:nvPr/>
                  </p:nvGrpSpPr>
                  <p:grpSpPr>
                    <a:xfrm>
                      <a:off x="6310425" y="2664363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596" name="Oval 595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97" name="Oval 596"/>
                      <p:cNvSpPr/>
                      <p:nvPr/>
                    </p:nvSpPr>
                    <p:spPr>
                      <a:xfrm flipH="1">
                        <a:off x="5680420" y="2843691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594" name="Oval 593"/>
                    <p:cNvSpPr/>
                    <p:nvPr/>
                  </p:nvSpPr>
                  <p:spPr>
                    <a:xfrm>
                      <a:off x="6431149" y="271126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95" name="Oval 594"/>
                    <p:cNvSpPr/>
                    <p:nvPr/>
                  </p:nvSpPr>
                  <p:spPr>
                    <a:xfrm>
                      <a:off x="6373995" y="282238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544" name="Group 543"/>
                <p:cNvGrpSpPr/>
                <p:nvPr/>
              </p:nvGrpSpPr>
              <p:grpSpPr>
                <a:xfrm rot="7703424">
                  <a:off x="5695205" y="1465711"/>
                  <a:ext cx="137160" cy="137160"/>
                  <a:chOff x="5652784" y="2816442"/>
                  <a:chExt cx="82296" cy="82296"/>
                </a:xfrm>
              </p:grpSpPr>
              <p:sp>
                <p:nvSpPr>
                  <p:cNvPr id="579" name="Oval 578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0" name="Oval 579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45" name="Group 544"/>
                <p:cNvGrpSpPr/>
                <p:nvPr/>
              </p:nvGrpSpPr>
              <p:grpSpPr>
                <a:xfrm rot="7703424">
                  <a:off x="5735914" y="1266190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577" name="Oval 576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8" name="Oval 577"/>
                  <p:cNvSpPr/>
                  <p:nvPr/>
                </p:nvSpPr>
                <p:spPr>
                  <a:xfrm flipH="1">
                    <a:off x="5680420" y="2843694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558" name="Straight Connector 557"/>
                <p:cNvCxnSpPr/>
                <p:nvPr/>
              </p:nvCxnSpPr>
              <p:spPr>
                <a:xfrm rot="7703424">
                  <a:off x="4990208" y="127402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Straight Connector 558"/>
                <p:cNvCxnSpPr/>
                <p:nvPr/>
              </p:nvCxnSpPr>
              <p:spPr>
                <a:xfrm rot="7703424">
                  <a:off x="4990208" y="127402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32" name="Group 631"/>
                <p:cNvGrpSpPr/>
                <p:nvPr/>
              </p:nvGrpSpPr>
              <p:grpSpPr>
                <a:xfrm rot="6502207">
                  <a:off x="4300075" y="1819660"/>
                  <a:ext cx="594846" cy="277462"/>
                  <a:chOff x="6178612" y="3499880"/>
                  <a:chExt cx="594846" cy="277462"/>
                </a:xfrm>
              </p:grpSpPr>
              <p:cxnSp>
                <p:nvCxnSpPr>
                  <p:cNvPr id="670" name="Straight Connector 669"/>
                  <p:cNvCxnSpPr/>
                  <p:nvPr/>
                </p:nvCxnSpPr>
                <p:spPr>
                  <a:xfrm>
                    <a:off x="6178612" y="3676650"/>
                    <a:ext cx="66570" cy="100692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1" name="Straight Connector 670"/>
                  <p:cNvCxnSpPr/>
                  <p:nvPr/>
                </p:nvCxnSpPr>
                <p:spPr>
                  <a:xfrm>
                    <a:off x="6241843" y="3777342"/>
                    <a:ext cx="260557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2" name="Straight Connector 671"/>
                  <p:cNvCxnSpPr/>
                  <p:nvPr/>
                </p:nvCxnSpPr>
                <p:spPr>
                  <a:xfrm flipV="1">
                    <a:off x="6504627" y="3499880"/>
                    <a:ext cx="268831" cy="274932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4" name="Group 633"/>
                <p:cNvGrpSpPr/>
                <p:nvPr/>
              </p:nvGrpSpPr>
              <p:grpSpPr>
                <a:xfrm rot="6502207">
                  <a:off x="4633171" y="2279612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666" name="Oval 665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7" name="Oval 666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35" name="Group 634"/>
                <p:cNvGrpSpPr/>
                <p:nvPr/>
              </p:nvGrpSpPr>
              <p:grpSpPr>
                <a:xfrm rot="6502207">
                  <a:off x="4233240" y="1826281"/>
                  <a:ext cx="570913" cy="241206"/>
                  <a:chOff x="6204492" y="3596421"/>
                  <a:chExt cx="570913" cy="241206"/>
                </a:xfrm>
              </p:grpSpPr>
              <p:cxnSp>
                <p:nvCxnSpPr>
                  <p:cNvPr id="664" name="Straight Connector 663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5" name="Straight Connector 664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6" name="Group 635"/>
                <p:cNvGrpSpPr/>
                <p:nvPr/>
              </p:nvGrpSpPr>
              <p:grpSpPr>
                <a:xfrm rot="6502207">
                  <a:off x="4169830" y="1842742"/>
                  <a:ext cx="626707" cy="297015"/>
                  <a:chOff x="6204492" y="3540612"/>
                  <a:chExt cx="626707" cy="297015"/>
                </a:xfrm>
              </p:grpSpPr>
              <p:cxnSp>
                <p:nvCxnSpPr>
                  <p:cNvPr id="662" name="Straight Connector 661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3" name="Straight Connector 662"/>
                  <p:cNvCxnSpPr/>
                  <p:nvPr/>
                </p:nvCxnSpPr>
                <p:spPr>
                  <a:xfrm flipV="1">
                    <a:off x="6534263" y="3540612"/>
                    <a:ext cx="296936" cy="297015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7" name="Group 636"/>
                <p:cNvGrpSpPr/>
                <p:nvPr/>
              </p:nvGrpSpPr>
              <p:grpSpPr>
                <a:xfrm rot="6502207">
                  <a:off x="4099792" y="1801374"/>
                  <a:ext cx="646931" cy="241206"/>
                  <a:chOff x="6128474" y="3596421"/>
                  <a:chExt cx="646931" cy="241206"/>
                </a:xfrm>
              </p:grpSpPr>
              <p:cxnSp>
                <p:nvCxnSpPr>
                  <p:cNvPr id="660" name="Straight Connector 659"/>
                  <p:cNvCxnSpPr/>
                  <p:nvPr/>
                </p:nvCxnSpPr>
                <p:spPr>
                  <a:xfrm>
                    <a:off x="6128474" y="3836060"/>
                    <a:ext cx="406233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1" name="Straight Connector 660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8" name="Group 637"/>
                <p:cNvGrpSpPr/>
                <p:nvPr/>
              </p:nvGrpSpPr>
              <p:grpSpPr>
                <a:xfrm rot="6502207">
                  <a:off x="4070606" y="1842529"/>
                  <a:ext cx="570913" cy="241206"/>
                  <a:chOff x="6204492" y="3596421"/>
                  <a:chExt cx="570913" cy="241206"/>
                </a:xfrm>
              </p:grpSpPr>
              <p:cxnSp>
                <p:nvCxnSpPr>
                  <p:cNvPr id="658" name="Straight Connector 657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9" name="Straight Connector 658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39" name="Oval 638"/>
                <p:cNvSpPr/>
                <p:nvPr/>
              </p:nvSpPr>
              <p:spPr>
                <a:xfrm rot="6502207">
                  <a:off x="4528998" y="2248261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40" name="Group 639"/>
                <p:cNvGrpSpPr/>
                <p:nvPr/>
              </p:nvGrpSpPr>
              <p:grpSpPr>
                <a:xfrm rot="6502207">
                  <a:off x="4515134" y="2334897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656" name="Oval 655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7" name="Oval 656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41" name="Oval 640"/>
                <p:cNvSpPr/>
                <p:nvPr/>
              </p:nvSpPr>
              <p:spPr>
                <a:xfrm rot="6502207">
                  <a:off x="4428075" y="2259666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42" name="Group 641"/>
                <p:cNvGrpSpPr/>
                <p:nvPr/>
              </p:nvGrpSpPr>
              <p:grpSpPr>
                <a:xfrm rot="6502207">
                  <a:off x="4350968" y="2262590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654" name="Oval 653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5" name="Oval 654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43" name="Group 642"/>
                <p:cNvGrpSpPr/>
                <p:nvPr/>
              </p:nvGrpSpPr>
              <p:grpSpPr>
                <a:xfrm rot="6502207">
                  <a:off x="4482558" y="1602306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652" name="Oval 651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3" name="Oval 652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44" name="Oval 643"/>
                <p:cNvSpPr/>
                <p:nvPr/>
              </p:nvSpPr>
              <p:spPr>
                <a:xfrm rot="6502207">
                  <a:off x="4422898" y="1645959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5" name="Oval 644"/>
                <p:cNvSpPr/>
                <p:nvPr/>
              </p:nvSpPr>
              <p:spPr>
                <a:xfrm rot="6502207">
                  <a:off x="4316703" y="1633278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46" name="Group 645"/>
                <p:cNvGrpSpPr/>
                <p:nvPr/>
              </p:nvGrpSpPr>
              <p:grpSpPr>
                <a:xfrm rot="6502207">
                  <a:off x="4390613" y="1531625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650" name="Oval 649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1" name="Oval 650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647" name="Straight Connector 646"/>
                <p:cNvCxnSpPr/>
                <p:nvPr/>
              </p:nvCxnSpPr>
              <p:spPr>
                <a:xfrm rot="6502207">
                  <a:off x="4349266" y="2276175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Straight Connector 647"/>
                <p:cNvCxnSpPr/>
                <p:nvPr/>
              </p:nvCxnSpPr>
              <p:spPr>
                <a:xfrm rot="6502207">
                  <a:off x="4349266" y="2276175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9" name="Rectangle 648"/>
                <p:cNvSpPr/>
                <p:nvPr/>
              </p:nvSpPr>
              <p:spPr>
                <a:xfrm rot="4137171">
                  <a:off x="4664097" y="1513811"/>
                  <a:ext cx="187246" cy="250607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8" name="Group 717"/>
                <p:cNvGrpSpPr/>
                <p:nvPr/>
              </p:nvGrpSpPr>
              <p:grpSpPr>
                <a:xfrm rot="9604852">
                  <a:off x="3398365" y="2649654"/>
                  <a:ext cx="947047" cy="738944"/>
                  <a:chOff x="5932730" y="3264990"/>
                  <a:chExt cx="947047" cy="738944"/>
                </a:xfrm>
              </p:grpSpPr>
              <p:grpSp>
                <p:nvGrpSpPr>
                  <p:cNvPr id="719" name="Group 718"/>
                  <p:cNvGrpSpPr/>
                  <p:nvPr/>
                </p:nvGrpSpPr>
                <p:grpSpPr>
                  <a:xfrm>
                    <a:off x="6383524" y="3508645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805" name="Oval 804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06" name="Oval 805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20" name="Group 719"/>
                  <p:cNvGrpSpPr/>
                  <p:nvPr/>
                </p:nvGrpSpPr>
                <p:grpSpPr>
                  <a:xfrm>
                    <a:off x="5932730" y="3264990"/>
                    <a:ext cx="512824" cy="601556"/>
                    <a:chOff x="5933462" y="3263452"/>
                    <a:chExt cx="512824" cy="601556"/>
                  </a:xfrm>
                </p:grpSpPr>
                <p:sp>
                  <p:nvSpPr>
                    <p:cNvPr id="762" name="Oval 761"/>
                    <p:cNvSpPr/>
                    <p:nvPr/>
                  </p:nvSpPr>
                  <p:spPr>
                    <a:xfrm>
                      <a:off x="5933462" y="3770938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763" name="Group 762"/>
                    <p:cNvGrpSpPr/>
                    <p:nvPr/>
                  </p:nvGrpSpPr>
                  <p:grpSpPr>
                    <a:xfrm>
                      <a:off x="5951917" y="3263452"/>
                      <a:ext cx="494369" cy="601556"/>
                      <a:chOff x="5951917" y="3263452"/>
                      <a:chExt cx="494369" cy="601556"/>
                    </a:xfrm>
                  </p:grpSpPr>
                  <p:sp>
                    <p:nvSpPr>
                      <p:cNvPr id="764" name="Oval 763"/>
                      <p:cNvSpPr/>
                      <p:nvPr/>
                    </p:nvSpPr>
                    <p:spPr>
                      <a:xfrm>
                        <a:off x="6050146" y="3704266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765" name="Group 764"/>
                      <p:cNvGrpSpPr/>
                      <p:nvPr/>
                    </p:nvGrpSpPr>
                    <p:grpSpPr>
                      <a:xfrm>
                        <a:off x="6098356" y="3771289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803" name="Oval 802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04" name="Oval 803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66" name="Group 765"/>
                      <p:cNvGrpSpPr/>
                      <p:nvPr/>
                    </p:nvGrpSpPr>
                    <p:grpSpPr>
                      <a:xfrm>
                        <a:off x="5984192" y="3819288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801" name="Oval 800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02" name="Oval 801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68" name="Group 767"/>
                      <p:cNvGrpSpPr/>
                      <p:nvPr/>
                    </p:nvGrpSpPr>
                    <p:grpSpPr>
                      <a:xfrm>
                        <a:off x="5951917" y="3263452"/>
                        <a:ext cx="494369" cy="552593"/>
                        <a:chOff x="5951917" y="3263452"/>
                        <a:chExt cx="494369" cy="552593"/>
                      </a:xfrm>
                    </p:grpSpPr>
                    <p:grpSp>
                      <p:nvGrpSpPr>
                        <p:cNvPr id="778" name="Group 777"/>
                        <p:cNvGrpSpPr/>
                        <p:nvPr/>
                      </p:nvGrpSpPr>
                      <p:grpSpPr>
                        <a:xfrm>
                          <a:off x="6118287" y="3268216"/>
                          <a:ext cx="267674" cy="510385"/>
                          <a:chOff x="6084376" y="3386435"/>
                          <a:chExt cx="267674" cy="510385"/>
                        </a:xfrm>
                      </p:grpSpPr>
                      <p:cxnSp>
                        <p:nvCxnSpPr>
                          <p:cNvPr id="799" name="Straight Connector 798"/>
                          <p:cNvCxnSpPr/>
                          <p:nvPr/>
                        </p:nvCxnSpPr>
                        <p:spPr>
                          <a:xfrm flipH="1">
                            <a:off x="6084376" y="3386435"/>
                            <a:ext cx="267674" cy="30598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800" name="Straight Connector 799"/>
                          <p:cNvCxnSpPr/>
                          <p:nvPr/>
                        </p:nvCxnSpPr>
                        <p:spPr>
                          <a:xfrm>
                            <a:off x="6084376" y="3692415"/>
                            <a:ext cx="0" cy="20440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779" name="Group 778"/>
                        <p:cNvGrpSpPr/>
                        <p:nvPr/>
                      </p:nvGrpSpPr>
                      <p:grpSpPr>
                        <a:xfrm>
                          <a:off x="5951917" y="3263452"/>
                          <a:ext cx="494369" cy="552593"/>
                          <a:chOff x="5951917" y="3263452"/>
                          <a:chExt cx="494369" cy="552593"/>
                        </a:xfrm>
                      </p:grpSpPr>
                      <p:grpSp>
                        <p:nvGrpSpPr>
                          <p:cNvPr id="780" name="Group 779"/>
                          <p:cNvGrpSpPr/>
                          <p:nvPr/>
                        </p:nvGrpSpPr>
                        <p:grpSpPr>
                          <a:xfrm>
                            <a:off x="5951917" y="3263452"/>
                            <a:ext cx="381657" cy="552593"/>
                            <a:chOff x="5951917" y="3263452"/>
                            <a:chExt cx="381657" cy="552593"/>
                          </a:xfrm>
                        </p:grpSpPr>
                        <p:grpSp>
                          <p:nvGrpSpPr>
                            <p:cNvPr id="785" name="Group 784"/>
                            <p:cNvGrpSpPr/>
                            <p:nvPr/>
                          </p:nvGrpSpPr>
                          <p:grpSpPr>
                            <a:xfrm>
                              <a:off x="6065900" y="3263453"/>
                              <a:ext cx="267674" cy="449119"/>
                              <a:chOff x="6084376" y="3386435"/>
                              <a:chExt cx="267674" cy="449119"/>
                            </a:xfrm>
                          </p:grpSpPr>
                          <p:cxnSp>
                            <p:nvCxnSpPr>
                              <p:cNvPr id="796" name="Straight Connector 795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797" name="Straight Connector 796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143139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786" name="Group 785"/>
                            <p:cNvGrpSpPr/>
                            <p:nvPr/>
                          </p:nvGrpSpPr>
                          <p:grpSpPr>
                            <a:xfrm>
                              <a:off x="5951917" y="3263452"/>
                              <a:ext cx="324500" cy="552593"/>
                              <a:chOff x="5951917" y="3263452"/>
                              <a:chExt cx="324500" cy="552593"/>
                            </a:xfrm>
                          </p:grpSpPr>
                          <p:grpSp>
                            <p:nvGrpSpPr>
                              <p:cNvPr id="787" name="Group 786"/>
                              <p:cNvGrpSpPr/>
                              <p:nvPr/>
                            </p:nvGrpSpPr>
                            <p:grpSpPr>
                              <a:xfrm>
                                <a:off x="6008743" y="3263452"/>
                                <a:ext cx="267674" cy="552593"/>
                                <a:chOff x="6084376" y="3386435"/>
                                <a:chExt cx="267674" cy="552593"/>
                              </a:xfrm>
                            </p:grpSpPr>
                            <p:cxnSp>
                              <p:nvCxnSpPr>
                                <p:cNvPr id="793" name="Straight Connector 792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94" name="Straight Connector 793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2631" cy="246613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788" name="Group 787"/>
                              <p:cNvGrpSpPr/>
                              <p:nvPr/>
                            </p:nvGrpSpPr>
                            <p:grpSpPr>
                              <a:xfrm>
                                <a:off x="5951917" y="3268851"/>
                                <a:ext cx="267674" cy="510385"/>
                                <a:chOff x="6084376" y="3386435"/>
                                <a:chExt cx="267674" cy="510385"/>
                              </a:xfrm>
                            </p:grpSpPr>
                            <p:cxnSp>
                              <p:nvCxnSpPr>
                                <p:cNvPr id="790" name="Straight Connector 789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791" name="Straight Connector 790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0" cy="204405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  <p:grpSp>
                        <p:nvGrpSpPr>
                          <p:cNvPr id="781" name="Group 780"/>
                          <p:cNvGrpSpPr/>
                          <p:nvPr/>
                        </p:nvGrpSpPr>
                        <p:grpSpPr>
                          <a:xfrm>
                            <a:off x="6178612" y="3290441"/>
                            <a:ext cx="267674" cy="386209"/>
                            <a:chOff x="6084376" y="3386435"/>
                            <a:chExt cx="267674" cy="386209"/>
                          </a:xfrm>
                        </p:grpSpPr>
                        <p:cxnSp>
                          <p:nvCxnSpPr>
                            <p:cNvPr id="783" name="Straight Connector 782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784" name="Straight Connector 783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80229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</p:grpSp>
                </p:grpSp>
              </p:grpSp>
              <p:grpSp>
                <p:nvGrpSpPr>
                  <p:cNvPr id="721" name="Group 720"/>
                  <p:cNvGrpSpPr/>
                  <p:nvPr/>
                </p:nvGrpSpPr>
                <p:grpSpPr>
                  <a:xfrm>
                    <a:off x="6178612" y="3499880"/>
                    <a:ext cx="594846" cy="277462"/>
                    <a:chOff x="6178612" y="3499880"/>
                    <a:chExt cx="594846" cy="277462"/>
                  </a:xfrm>
                </p:grpSpPr>
                <p:cxnSp>
                  <p:nvCxnSpPr>
                    <p:cNvPr id="759" name="Straight Connector 758"/>
                    <p:cNvCxnSpPr/>
                    <p:nvPr/>
                  </p:nvCxnSpPr>
                  <p:spPr>
                    <a:xfrm>
                      <a:off x="6178612" y="3676650"/>
                      <a:ext cx="66570" cy="100692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0" name="Straight Connector 759"/>
                    <p:cNvCxnSpPr/>
                    <p:nvPr/>
                  </p:nvCxnSpPr>
                  <p:spPr>
                    <a:xfrm>
                      <a:off x="6241843" y="3777342"/>
                      <a:ext cx="260557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1" name="Straight Connector 760"/>
                    <p:cNvCxnSpPr/>
                    <p:nvPr/>
                  </p:nvCxnSpPr>
                  <p:spPr>
                    <a:xfrm flipV="1">
                      <a:off x="6504627" y="3499880"/>
                      <a:ext cx="268831" cy="274932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3" name="Group 722"/>
                  <p:cNvGrpSpPr/>
                  <p:nvPr/>
                </p:nvGrpSpPr>
                <p:grpSpPr>
                  <a:xfrm>
                    <a:off x="6761275" y="3451763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755" name="Oval 754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56" name="Oval 755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24" name="Group 723"/>
                  <p:cNvGrpSpPr/>
                  <p:nvPr/>
                </p:nvGrpSpPr>
                <p:grpSpPr>
                  <a:xfrm>
                    <a:off x="6204492" y="3596421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753" name="Straight Connector 752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4" name="Straight Connector 753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5" name="Group 724"/>
                  <p:cNvGrpSpPr/>
                  <p:nvPr/>
                </p:nvGrpSpPr>
                <p:grpSpPr>
                  <a:xfrm>
                    <a:off x="6229892" y="3713848"/>
                    <a:ext cx="501129" cy="171405"/>
                    <a:chOff x="6204492" y="3666223"/>
                    <a:chExt cx="501129" cy="171405"/>
                  </a:xfrm>
                </p:grpSpPr>
                <p:cxnSp>
                  <p:nvCxnSpPr>
                    <p:cNvPr id="751" name="Straight Connector 750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2" name="Straight Connector 751"/>
                    <p:cNvCxnSpPr/>
                    <p:nvPr/>
                  </p:nvCxnSpPr>
                  <p:spPr>
                    <a:xfrm flipV="1">
                      <a:off x="6534263" y="3666223"/>
                      <a:ext cx="171358" cy="171405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6" name="Group 725"/>
                  <p:cNvGrpSpPr/>
                  <p:nvPr/>
                </p:nvGrpSpPr>
                <p:grpSpPr>
                  <a:xfrm>
                    <a:off x="6172924" y="3694846"/>
                    <a:ext cx="646931" cy="241206"/>
                    <a:chOff x="6128474" y="3596421"/>
                    <a:chExt cx="646931" cy="241206"/>
                  </a:xfrm>
                </p:grpSpPr>
                <p:cxnSp>
                  <p:nvCxnSpPr>
                    <p:cNvPr id="749" name="Straight Connector 748"/>
                    <p:cNvCxnSpPr/>
                    <p:nvPr/>
                  </p:nvCxnSpPr>
                  <p:spPr>
                    <a:xfrm>
                      <a:off x="6128474" y="3836060"/>
                      <a:ext cx="406233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0" name="Straight Connector 749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7" name="Group 726"/>
                  <p:cNvGrpSpPr/>
                  <p:nvPr/>
                </p:nvGrpSpPr>
                <p:grpSpPr>
                  <a:xfrm>
                    <a:off x="6271167" y="3745646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747" name="Straight Connector 746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8" name="Straight Connector 747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728" name="Oval 727"/>
                  <p:cNvSpPr/>
                  <p:nvPr/>
                </p:nvSpPr>
                <p:spPr>
                  <a:xfrm>
                    <a:off x="6767699" y="3581211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729" name="Group 728"/>
                  <p:cNvGrpSpPr/>
                  <p:nvPr/>
                </p:nvGrpSpPr>
                <p:grpSpPr>
                  <a:xfrm>
                    <a:off x="6722355" y="3672568"/>
                    <a:ext cx="45720" cy="45720"/>
                    <a:chOff x="5421260" y="3043613"/>
                    <a:chExt cx="82295" cy="82296"/>
                  </a:xfrm>
                </p:grpSpPr>
                <p:sp>
                  <p:nvSpPr>
                    <p:cNvPr id="745" name="Oval 744"/>
                    <p:cNvSpPr/>
                    <p:nvPr/>
                  </p:nvSpPr>
                  <p:spPr>
                    <a:xfrm>
                      <a:off x="5421260" y="3043613"/>
                      <a:ext cx="82295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46" name="Oval 745"/>
                    <p:cNvSpPr/>
                    <p:nvPr/>
                  </p:nvSpPr>
                  <p:spPr>
                    <a:xfrm flipH="1">
                      <a:off x="5448963" y="3070863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730" name="Oval 729"/>
                  <p:cNvSpPr/>
                  <p:nvPr/>
                </p:nvSpPr>
                <p:spPr>
                  <a:xfrm>
                    <a:off x="6810330" y="3673397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731" name="Group 730"/>
                  <p:cNvGrpSpPr/>
                  <p:nvPr/>
                </p:nvGrpSpPr>
                <p:grpSpPr>
                  <a:xfrm>
                    <a:off x="6834057" y="3724949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743" name="Oval 742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44" name="Oval 743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32" name="Group 731"/>
                  <p:cNvGrpSpPr/>
                  <p:nvPr/>
                </p:nvGrpSpPr>
                <p:grpSpPr>
                  <a:xfrm>
                    <a:off x="6165950" y="3808156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741" name="Oval 740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42" name="Oval 741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733" name="Oval 732"/>
                  <p:cNvSpPr/>
                  <p:nvPr/>
                </p:nvSpPr>
                <p:spPr>
                  <a:xfrm>
                    <a:off x="6229528" y="387172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4" name="Oval 733"/>
                  <p:cNvSpPr/>
                  <p:nvPr/>
                </p:nvSpPr>
                <p:spPr>
                  <a:xfrm>
                    <a:off x="6250961" y="3976502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735" name="Group 734"/>
                  <p:cNvGrpSpPr/>
                  <p:nvPr/>
                </p:nvGrpSpPr>
                <p:grpSpPr>
                  <a:xfrm>
                    <a:off x="6127848" y="391769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739" name="Oval 738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40" name="Oval 739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736" name="Straight Connector 735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7" name="Straight Connector 736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22" name="Oval 821"/>
                <p:cNvSpPr/>
                <p:nvPr/>
              </p:nvSpPr>
              <p:spPr>
                <a:xfrm rot="7703424">
                  <a:off x="5714175" y="994489"/>
                  <a:ext cx="45720" cy="4572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3" name="Oval 822"/>
                <p:cNvSpPr/>
                <p:nvPr/>
              </p:nvSpPr>
              <p:spPr>
                <a:xfrm rot="7703424" flipH="1">
                  <a:off x="5729424" y="1009881"/>
                  <a:ext cx="15240" cy="15240"/>
                </a:xfrm>
                <a:prstGeom prst="ellipse">
                  <a:avLst/>
                </a:prstGeom>
                <a:solidFill>
                  <a:srgbClr val="1C355E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9" name="Oval 898"/>
                <p:cNvSpPr/>
                <p:nvPr/>
              </p:nvSpPr>
              <p:spPr>
                <a:xfrm rot="13163100">
                  <a:off x="6795692" y="1741464"/>
                  <a:ext cx="45719" cy="76517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8" name="Rectangle 897"/>
                <p:cNvSpPr/>
                <p:nvPr/>
              </p:nvSpPr>
              <p:spPr>
                <a:xfrm rot="2285086">
                  <a:off x="6602194" y="1705811"/>
                  <a:ext cx="187246" cy="456471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0" name="Rectangle 559"/>
                <p:cNvSpPr/>
                <p:nvPr/>
              </p:nvSpPr>
              <p:spPr>
                <a:xfrm rot="7703424">
                  <a:off x="5416657" y="1269928"/>
                  <a:ext cx="187246" cy="250607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45" name="Group 944"/>
            <p:cNvGrpSpPr/>
            <p:nvPr/>
          </p:nvGrpSpPr>
          <p:grpSpPr>
            <a:xfrm>
              <a:off x="3017520" y="914400"/>
              <a:ext cx="3957853" cy="3560432"/>
              <a:chOff x="3291840" y="914400"/>
              <a:chExt cx="3957853" cy="3560432"/>
            </a:xfrm>
            <a:solidFill>
              <a:srgbClr val="019EB0"/>
            </a:solidFill>
          </p:grpSpPr>
          <p:grpSp>
            <p:nvGrpSpPr>
              <p:cNvPr id="946" name="Group 945"/>
              <p:cNvGrpSpPr/>
              <p:nvPr/>
            </p:nvGrpSpPr>
            <p:grpSpPr>
              <a:xfrm>
                <a:off x="3291840" y="914400"/>
                <a:ext cx="3957853" cy="3560432"/>
                <a:chOff x="1871981" y="1164537"/>
                <a:chExt cx="3904638" cy="3396895"/>
              </a:xfrm>
              <a:grpFill/>
            </p:grpSpPr>
            <p:sp>
              <p:nvSpPr>
                <p:cNvPr id="948" name="Oval 947"/>
                <p:cNvSpPr/>
                <p:nvPr/>
              </p:nvSpPr>
              <p:spPr>
                <a:xfrm rot="11985287">
                  <a:off x="4926375" y="1840852"/>
                  <a:ext cx="850244" cy="1129653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9" name="Oval 948"/>
                <p:cNvSpPr/>
                <p:nvPr/>
              </p:nvSpPr>
              <p:spPr>
                <a:xfrm rot="7419668">
                  <a:off x="1973452" y="2569599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0" name="Oval 949"/>
                <p:cNvSpPr/>
                <p:nvPr/>
              </p:nvSpPr>
              <p:spPr>
                <a:xfrm rot="9096172">
                  <a:off x="2603525" y="1480054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1" name="Oval 950"/>
                <p:cNvSpPr/>
                <p:nvPr/>
              </p:nvSpPr>
              <p:spPr>
                <a:xfrm rot="10070500">
                  <a:off x="3818981" y="1164537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2" name="Oval 951"/>
                <p:cNvSpPr/>
                <p:nvPr/>
              </p:nvSpPr>
              <p:spPr>
                <a:xfrm rot="2058198">
                  <a:off x="4024524" y="2943692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3" name="Oval 952"/>
                <p:cNvSpPr/>
                <p:nvPr/>
              </p:nvSpPr>
              <p:spPr>
                <a:xfrm rot="6295454">
                  <a:off x="3003909" y="3208273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4" name="Oval 953"/>
                <p:cNvSpPr/>
                <p:nvPr/>
              </p:nvSpPr>
              <p:spPr>
                <a:xfrm>
                  <a:off x="3261152" y="2574461"/>
                  <a:ext cx="1799216" cy="1501520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5" name="Oval 954"/>
                <p:cNvSpPr/>
                <p:nvPr/>
              </p:nvSpPr>
              <p:spPr>
                <a:xfrm rot="1431027">
                  <a:off x="3154321" y="2546742"/>
                  <a:ext cx="1266505" cy="1948016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956" name="Oval 955"/>
                <p:cNvSpPr/>
                <p:nvPr/>
              </p:nvSpPr>
              <p:spPr>
                <a:xfrm rot="7834922">
                  <a:off x="4149994" y="2461733"/>
                  <a:ext cx="1068599" cy="1772447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957" name="Oval 956"/>
                <p:cNvSpPr/>
                <p:nvPr/>
              </p:nvSpPr>
              <p:spPr>
                <a:xfrm rot="17937924">
                  <a:off x="4313076" y="3080752"/>
                  <a:ext cx="318428" cy="1095870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8" name="Oval 957"/>
                <p:cNvSpPr/>
                <p:nvPr/>
              </p:nvSpPr>
              <p:spPr>
                <a:xfrm>
                  <a:off x="4122106" y="4033340"/>
                  <a:ext cx="506277" cy="110881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9" name="Oval 958"/>
                <p:cNvSpPr/>
                <p:nvPr/>
              </p:nvSpPr>
              <p:spPr>
                <a:xfrm>
                  <a:off x="3610116" y="3988005"/>
                  <a:ext cx="200541" cy="114064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0" name="Oval 959"/>
                <p:cNvSpPr/>
                <p:nvPr/>
              </p:nvSpPr>
              <p:spPr>
                <a:xfrm rot="19195174">
                  <a:off x="4054577" y="4049588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1" name="Oval 960"/>
                <p:cNvSpPr/>
                <p:nvPr/>
              </p:nvSpPr>
              <p:spPr>
                <a:xfrm rot="18103812">
                  <a:off x="3993695" y="4059862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47" name="Oval 946"/>
              <p:cNvSpPr/>
              <p:nvPr/>
            </p:nvSpPr>
            <p:spPr>
              <a:xfrm rot="19763082">
                <a:off x="4882687" y="3827631"/>
                <a:ext cx="970387" cy="580874"/>
              </a:xfrm>
              <a:prstGeom prst="ellipse">
                <a:avLst/>
              </a:prstGeom>
              <a:grpFill/>
              <a:ln>
                <a:solidFill>
                  <a:srgbClr val="019E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81" name="Group 980"/>
            <p:cNvGrpSpPr/>
            <p:nvPr/>
          </p:nvGrpSpPr>
          <p:grpSpPr>
            <a:xfrm>
              <a:off x="3128096" y="999062"/>
              <a:ext cx="3816257" cy="3041915"/>
              <a:chOff x="3398365" y="994489"/>
              <a:chExt cx="3816257" cy="3041915"/>
            </a:xfrm>
          </p:grpSpPr>
          <p:grpSp>
            <p:nvGrpSpPr>
              <p:cNvPr id="982" name="Group 981"/>
              <p:cNvGrpSpPr/>
              <p:nvPr/>
            </p:nvGrpSpPr>
            <p:grpSpPr>
              <a:xfrm rot="13163100">
                <a:off x="6291496" y="1762356"/>
                <a:ext cx="923126" cy="769440"/>
                <a:chOff x="5932730" y="3264990"/>
                <a:chExt cx="923126" cy="769440"/>
              </a:xfrm>
            </p:grpSpPr>
            <p:cxnSp>
              <p:nvCxnSpPr>
                <p:cNvPr id="1222" name="Straight Connector 1221"/>
                <p:cNvCxnSpPr/>
                <p:nvPr/>
              </p:nvCxnSpPr>
              <p:spPr>
                <a:xfrm rot="8436900" flipH="1" flipV="1">
                  <a:off x="6208694" y="3836165"/>
                  <a:ext cx="238942" cy="198265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23" name="Group 1222"/>
                <p:cNvGrpSpPr/>
                <p:nvPr/>
              </p:nvGrpSpPr>
              <p:grpSpPr>
                <a:xfrm>
                  <a:off x="5932730" y="3264990"/>
                  <a:ext cx="512824" cy="601556"/>
                  <a:chOff x="5933462" y="3263452"/>
                  <a:chExt cx="512824" cy="601556"/>
                </a:xfrm>
              </p:grpSpPr>
              <p:sp>
                <p:nvSpPr>
                  <p:cNvPr id="1242" name="Oval 1241"/>
                  <p:cNvSpPr/>
                  <p:nvPr/>
                </p:nvSpPr>
                <p:spPr>
                  <a:xfrm>
                    <a:off x="5933462" y="3770938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43" name="Group 1242"/>
                  <p:cNvGrpSpPr/>
                  <p:nvPr/>
                </p:nvGrpSpPr>
                <p:grpSpPr>
                  <a:xfrm>
                    <a:off x="5951917" y="3263452"/>
                    <a:ext cx="494369" cy="601556"/>
                    <a:chOff x="5951917" y="3263452"/>
                    <a:chExt cx="494369" cy="601556"/>
                  </a:xfrm>
                </p:grpSpPr>
                <p:sp>
                  <p:nvSpPr>
                    <p:cNvPr id="1244" name="Oval 1243"/>
                    <p:cNvSpPr/>
                    <p:nvPr/>
                  </p:nvSpPr>
                  <p:spPr>
                    <a:xfrm>
                      <a:off x="6050146" y="3704266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245" name="Group 1244"/>
                    <p:cNvGrpSpPr/>
                    <p:nvPr/>
                  </p:nvGrpSpPr>
                  <p:grpSpPr>
                    <a:xfrm>
                      <a:off x="6098356" y="3771289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1268" name="Oval 1267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69" name="Oval 1268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246" name="Group 1245"/>
                    <p:cNvGrpSpPr/>
                    <p:nvPr/>
                  </p:nvGrpSpPr>
                  <p:grpSpPr>
                    <a:xfrm>
                      <a:off x="5984192" y="3819288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1266" name="Oval 1265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267" name="Oval 1266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247" name="Group 1246"/>
                    <p:cNvGrpSpPr/>
                    <p:nvPr/>
                  </p:nvGrpSpPr>
                  <p:grpSpPr>
                    <a:xfrm>
                      <a:off x="5951917" y="3263452"/>
                      <a:ext cx="494369" cy="552593"/>
                      <a:chOff x="5951917" y="3263452"/>
                      <a:chExt cx="494369" cy="552593"/>
                    </a:xfrm>
                  </p:grpSpPr>
                  <p:grpSp>
                    <p:nvGrpSpPr>
                      <p:cNvPr id="1248" name="Group 1247"/>
                      <p:cNvGrpSpPr/>
                      <p:nvPr/>
                    </p:nvGrpSpPr>
                    <p:grpSpPr>
                      <a:xfrm>
                        <a:off x="6118287" y="3268216"/>
                        <a:ext cx="267674" cy="510385"/>
                        <a:chOff x="6084376" y="3386435"/>
                        <a:chExt cx="267674" cy="510385"/>
                      </a:xfrm>
                    </p:grpSpPr>
                    <p:cxnSp>
                      <p:nvCxnSpPr>
                        <p:cNvPr id="1264" name="Straight Connector 1263"/>
                        <p:cNvCxnSpPr/>
                        <p:nvPr/>
                      </p:nvCxnSpPr>
                      <p:spPr>
                        <a:xfrm flipH="1">
                          <a:off x="6084376" y="3386435"/>
                          <a:ext cx="267674" cy="305980"/>
                        </a:xfrm>
                        <a:prstGeom prst="line">
                          <a:avLst/>
                        </a:prstGeom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5" name="Straight Connector 1264"/>
                        <p:cNvCxnSpPr/>
                        <p:nvPr/>
                      </p:nvCxnSpPr>
                      <p:spPr>
                        <a:xfrm>
                          <a:off x="6084376" y="3692415"/>
                          <a:ext cx="0" cy="204405"/>
                        </a:xfrm>
                        <a:prstGeom prst="line">
                          <a:avLst/>
                        </a:prstGeom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249" name="Group 1248"/>
                      <p:cNvGrpSpPr/>
                      <p:nvPr/>
                    </p:nvGrpSpPr>
                    <p:grpSpPr>
                      <a:xfrm>
                        <a:off x="5951917" y="3263452"/>
                        <a:ext cx="494369" cy="552593"/>
                        <a:chOff x="5951917" y="3263452"/>
                        <a:chExt cx="494369" cy="552593"/>
                      </a:xfrm>
                    </p:grpSpPr>
                    <p:grpSp>
                      <p:nvGrpSpPr>
                        <p:cNvPr id="1250" name="Group 1249"/>
                        <p:cNvGrpSpPr/>
                        <p:nvPr/>
                      </p:nvGrpSpPr>
                      <p:grpSpPr>
                        <a:xfrm>
                          <a:off x="5951917" y="3263452"/>
                          <a:ext cx="381657" cy="552593"/>
                          <a:chOff x="5951917" y="3263452"/>
                          <a:chExt cx="381657" cy="552593"/>
                        </a:xfrm>
                      </p:grpSpPr>
                      <p:grpSp>
                        <p:nvGrpSpPr>
                          <p:cNvPr id="1254" name="Group 1253"/>
                          <p:cNvGrpSpPr/>
                          <p:nvPr/>
                        </p:nvGrpSpPr>
                        <p:grpSpPr>
                          <a:xfrm>
                            <a:off x="6065900" y="3263453"/>
                            <a:ext cx="267674" cy="449119"/>
                            <a:chOff x="6084376" y="3386435"/>
                            <a:chExt cx="267674" cy="449119"/>
                          </a:xfrm>
                        </p:grpSpPr>
                        <p:cxnSp>
                          <p:nvCxnSpPr>
                            <p:cNvPr id="1262" name="Straight Connector 1261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263" name="Straight Connector 1262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143139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1255" name="Group 1254"/>
                          <p:cNvGrpSpPr/>
                          <p:nvPr/>
                        </p:nvGrpSpPr>
                        <p:grpSpPr>
                          <a:xfrm>
                            <a:off x="5951917" y="3263452"/>
                            <a:ext cx="324500" cy="552593"/>
                            <a:chOff x="5951917" y="3263452"/>
                            <a:chExt cx="324500" cy="552593"/>
                          </a:xfrm>
                        </p:grpSpPr>
                        <p:grpSp>
                          <p:nvGrpSpPr>
                            <p:cNvPr id="1256" name="Group 1255"/>
                            <p:cNvGrpSpPr/>
                            <p:nvPr/>
                          </p:nvGrpSpPr>
                          <p:grpSpPr>
                            <a:xfrm>
                              <a:off x="6008743" y="3263452"/>
                              <a:ext cx="267674" cy="552593"/>
                              <a:chOff x="6084376" y="3386435"/>
                              <a:chExt cx="267674" cy="552593"/>
                            </a:xfrm>
                          </p:grpSpPr>
                          <p:cxnSp>
                            <p:nvCxnSpPr>
                              <p:cNvPr id="1260" name="Straight Connector 1259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61" name="Straight Connector 1260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2631" cy="246613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1257" name="Group 1256"/>
                            <p:cNvGrpSpPr/>
                            <p:nvPr/>
                          </p:nvGrpSpPr>
                          <p:grpSpPr>
                            <a:xfrm>
                              <a:off x="5951917" y="3268851"/>
                              <a:ext cx="267674" cy="510385"/>
                              <a:chOff x="6084376" y="3386435"/>
                              <a:chExt cx="267674" cy="510385"/>
                            </a:xfrm>
                          </p:grpSpPr>
                          <p:cxnSp>
                            <p:nvCxnSpPr>
                              <p:cNvPr id="1258" name="Straight Connector 1257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259" name="Straight Connector 1258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204405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1251" name="Group 1250"/>
                        <p:cNvGrpSpPr/>
                        <p:nvPr/>
                      </p:nvGrpSpPr>
                      <p:grpSpPr>
                        <a:xfrm>
                          <a:off x="6178612" y="3290441"/>
                          <a:ext cx="267674" cy="386209"/>
                          <a:chOff x="6084376" y="3386435"/>
                          <a:chExt cx="267674" cy="386209"/>
                        </a:xfrm>
                      </p:grpSpPr>
                      <p:cxnSp>
                        <p:nvCxnSpPr>
                          <p:cNvPr id="1252" name="Straight Connector 1251"/>
                          <p:cNvCxnSpPr/>
                          <p:nvPr/>
                        </p:nvCxnSpPr>
                        <p:spPr>
                          <a:xfrm flipH="1">
                            <a:off x="6084376" y="3386435"/>
                            <a:ext cx="267674" cy="30598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53" name="Straight Connector 1252"/>
                          <p:cNvCxnSpPr/>
                          <p:nvPr/>
                        </p:nvCxnSpPr>
                        <p:spPr>
                          <a:xfrm>
                            <a:off x="6084376" y="3692415"/>
                            <a:ext cx="0" cy="80229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</p:grpSp>
              </p:grpSp>
            </p:grpSp>
            <p:grpSp>
              <p:nvGrpSpPr>
                <p:cNvPr id="1224" name="Group 1223"/>
                <p:cNvGrpSpPr/>
                <p:nvPr/>
              </p:nvGrpSpPr>
              <p:grpSpPr>
                <a:xfrm>
                  <a:off x="6178612" y="3676650"/>
                  <a:ext cx="323788" cy="100692"/>
                  <a:chOff x="6178612" y="3676650"/>
                  <a:chExt cx="323788" cy="100692"/>
                </a:xfrm>
              </p:grpSpPr>
              <p:cxnSp>
                <p:nvCxnSpPr>
                  <p:cNvPr id="1240" name="Straight Connector 1239"/>
                  <p:cNvCxnSpPr/>
                  <p:nvPr/>
                </p:nvCxnSpPr>
                <p:spPr>
                  <a:xfrm>
                    <a:off x="6178612" y="3676650"/>
                    <a:ext cx="66570" cy="100692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1" name="Straight Connector 1240"/>
                  <p:cNvCxnSpPr/>
                  <p:nvPr/>
                </p:nvCxnSpPr>
                <p:spPr>
                  <a:xfrm>
                    <a:off x="6241843" y="3777342"/>
                    <a:ext cx="260557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25" name="Straight Connector 1224"/>
                <p:cNvCxnSpPr/>
                <p:nvPr/>
              </p:nvCxnSpPr>
              <p:spPr>
                <a:xfrm>
                  <a:off x="6204492" y="3836059"/>
                  <a:ext cx="330215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6" name="Straight Connector 1225"/>
                <p:cNvCxnSpPr/>
                <p:nvPr/>
              </p:nvCxnSpPr>
              <p:spPr>
                <a:xfrm>
                  <a:off x="6229892" y="3883685"/>
                  <a:ext cx="330215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27" name="Group 1226"/>
                <p:cNvGrpSpPr/>
                <p:nvPr/>
              </p:nvGrpSpPr>
              <p:grpSpPr>
                <a:xfrm>
                  <a:off x="6271167" y="3980851"/>
                  <a:ext cx="330215" cy="10190"/>
                  <a:chOff x="6204492" y="3831626"/>
                  <a:chExt cx="330215" cy="10190"/>
                </a:xfrm>
              </p:grpSpPr>
              <p:cxnSp>
                <p:nvCxnSpPr>
                  <p:cNvPr id="1238" name="Straight Connector 1237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9" name="Straight Connector 1238"/>
                  <p:cNvCxnSpPr/>
                  <p:nvPr/>
                </p:nvCxnSpPr>
                <p:spPr>
                  <a:xfrm rot="8436900">
                    <a:off x="6522558" y="3831626"/>
                    <a:ext cx="9557" cy="1019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28" name="Group 1227"/>
                <p:cNvGrpSpPr/>
                <p:nvPr/>
              </p:nvGrpSpPr>
              <p:grpSpPr>
                <a:xfrm>
                  <a:off x="6165950" y="3808156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236" name="Oval 1235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7" name="Oval 1236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29" name="Oval 1228"/>
                <p:cNvSpPr/>
                <p:nvPr/>
              </p:nvSpPr>
              <p:spPr>
                <a:xfrm>
                  <a:off x="6229528" y="3871723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0" name="Oval 1229"/>
                <p:cNvSpPr/>
                <p:nvPr/>
              </p:nvSpPr>
              <p:spPr>
                <a:xfrm>
                  <a:off x="6250961" y="3976502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31" name="Group 1230"/>
                <p:cNvGrpSpPr/>
                <p:nvPr/>
              </p:nvGrpSpPr>
              <p:grpSpPr>
                <a:xfrm>
                  <a:off x="6127848" y="3917691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234" name="Oval 1233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5" name="Oval 1234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1232" name="Straight Connector 1231"/>
                <p:cNvCxnSpPr/>
                <p:nvPr/>
              </p:nvCxnSpPr>
              <p:spPr>
                <a:xfrm>
                  <a:off x="6855856" y="3774043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3" name="Straight Connector 1232"/>
                <p:cNvCxnSpPr/>
                <p:nvPr/>
              </p:nvCxnSpPr>
              <p:spPr>
                <a:xfrm>
                  <a:off x="6855856" y="3774043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3" name="Group 982"/>
              <p:cNvGrpSpPr/>
              <p:nvPr/>
            </p:nvGrpSpPr>
            <p:grpSpPr>
              <a:xfrm>
                <a:off x="3398365" y="994489"/>
                <a:ext cx="3443046" cy="3041915"/>
                <a:chOff x="3398365" y="994489"/>
                <a:chExt cx="3443046" cy="3041915"/>
              </a:xfrm>
            </p:grpSpPr>
            <p:grpSp>
              <p:nvGrpSpPr>
                <p:cNvPr id="984" name="Group 983"/>
                <p:cNvGrpSpPr/>
                <p:nvPr/>
              </p:nvGrpSpPr>
              <p:grpSpPr>
                <a:xfrm>
                  <a:off x="5849546" y="2698371"/>
                  <a:ext cx="963932" cy="1338033"/>
                  <a:chOff x="5932730" y="2665901"/>
                  <a:chExt cx="963932" cy="1338033"/>
                </a:xfrm>
              </p:grpSpPr>
              <p:grpSp>
                <p:nvGrpSpPr>
                  <p:cNvPr id="1134" name="Group 1133"/>
                  <p:cNvGrpSpPr/>
                  <p:nvPr/>
                </p:nvGrpSpPr>
                <p:grpSpPr>
                  <a:xfrm>
                    <a:off x="6383524" y="3508645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1220" name="Oval 1219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21" name="Oval 1220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35" name="Group 1134"/>
                  <p:cNvGrpSpPr/>
                  <p:nvPr/>
                </p:nvGrpSpPr>
                <p:grpSpPr>
                  <a:xfrm>
                    <a:off x="5932730" y="2665901"/>
                    <a:ext cx="525119" cy="1200645"/>
                    <a:chOff x="5933462" y="2664363"/>
                    <a:chExt cx="525119" cy="1200645"/>
                  </a:xfrm>
                </p:grpSpPr>
                <p:sp>
                  <p:nvSpPr>
                    <p:cNvPr id="1177" name="Oval 1176"/>
                    <p:cNvSpPr/>
                    <p:nvPr/>
                  </p:nvSpPr>
                  <p:spPr>
                    <a:xfrm>
                      <a:off x="5933462" y="3770938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178" name="Group 1177"/>
                    <p:cNvGrpSpPr/>
                    <p:nvPr/>
                  </p:nvGrpSpPr>
                  <p:grpSpPr>
                    <a:xfrm>
                      <a:off x="5951917" y="2664363"/>
                      <a:ext cx="506664" cy="1200645"/>
                      <a:chOff x="5951917" y="2664363"/>
                      <a:chExt cx="506664" cy="1200645"/>
                    </a:xfrm>
                  </p:grpSpPr>
                  <p:sp>
                    <p:nvSpPr>
                      <p:cNvPr id="1179" name="Oval 1178"/>
                      <p:cNvSpPr/>
                      <p:nvPr/>
                    </p:nvSpPr>
                    <p:spPr>
                      <a:xfrm>
                        <a:off x="6050146" y="3704266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180" name="Group 1179"/>
                      <p:cNvGrpSpPr/>
                      <p:nvPr/>
                    </p:nvGrpSpPr>
                    <p:grpSpPr>
                      <a:xfrm>
                        <a:off x="6098356" y="3771289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1218" name="Oval 1217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19" name="Oval 1218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81" name="Group 1180"/>
                      <p:cNvGrpSpPr/>
                      <p:nvPr/>
                    </p:nvGrpSpPr>
                    <p:grpSpPr>
                      <a:xfrm>
                        <a:off x="5984192" y="3819288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1216" name="Oval 1215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17" name="Oval 1216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82" name="Group 1181"/>
                      <p:cNvGrpSpPr/>
                      <p:nvPr/>
                    </p:nvGrpSpPr>
                    <p:grpSpPr>
                      <a:xfrm>
                        <a:off x="5951917" y="2664363"/>
                        <a:ext cx="506664" cy="1151682"/>
                        <a:chOff x="5951917" y="2664363"/>
                        <a:chExt cx="506664" cy="1151682"/>
                      </a:xfrm>
                    </p:grpSpPr>
                    <p:grpSp>
                      <p:nvGrpSpPr>
                        <p:cNvPr id="1183" name="Group 1182"/>
                        <p:cNvGrpSpPr/>
                        <p:nvPr/>
                      </p:nvGrpSpPr>
                      <p:grpSpPr>
                        <a:xfrm>
                          <a:off x="5951917" y="2698138"/>
                          <a:ext cx="494369" cy="1117907"/>
                          <a:chOff x="5951917" y="2698138"/>
                          <a:chExt cx="494369" cy="1117907"/>
                        </a:xfrm>
                      </p:grpSpPr>
                      <p:grpSp>
                        <p:nvGrpSpPr>
                          <p:cNvPr id="1193" name="Group 1192"/>
                          <p:cNvGrpSpPr/>
                          <p:nvPr/>
                        </p:nvGrpSpPr>
                        <p:grpSpPr>
                          <a:xfrm>
                            <a:off x="6118287" y="2843692"/>
                            <a:ext cx="267674" cy="934909"/>
                            <a:chOff x="6084376" y="2961911"/>
                            <a:chExt cx="267674" cy="934909"/>
                          </a:xfrm>
                        </p:grpSpPr>
                        <p:cxnSp>
                          <p:nvCxnSpPr>
                            <p:cNvPr id="1213" name="Straight Connector 1212"/>
                            <p:cNvCxnSpPr/>
                            <p:nvPr/>
                          </p:nvCxnSpPr>
                          <p:spPr>
                            <a:xfrm>
                              <a:off x="6351467" y="2961911"/>
                              <a:ext cx="0" cy="422137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214" name="Straight Connector 1213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215" name="Straight Connector 1214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204405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1194" name="Group 1193"/>
                          <p:cNvGrpSpPr/>
                          <p:nvPr/>
                        </p:nvGrpSpPr>
                        <p:grpSpPr>
                          <a:xfrm>
                            <a:off x="5951917" y="2698138"/>
                            <a:ext cx="494369" cy="1117907"/>
                            <a:chOff x="5951917" y="2698138"/>
                            <a:chExt cx="494369" cy="1117907"/>
                          </a:xfrm>
                        </p:grpSpPr>
                        <p:grpSp>
                          <p:nvGrpSpPr>
                            <p:cNvPr id="1195" name="Group 1194"/>
                            <p:cNvGrpSpPr/>
                            <p:nvPr/>
                          </p:nvGrpSpPr>
                          <p:grpSpPr>
                            <a:xfrm>
                              <a:off x="5951917" y="2698138"/>
                              <a:ext cx="381657" cy="1117907"/>
                              <a:chOff x="5951917" y="2698138"/>
                              <a:chExt cx="381657" cy="1117907"/>
                            </a:xfrm>
                          </p:grpSpPr>
                          <p:grpSp>
                            <p:nvGrpSpPr>
                              <p:cNvPr id="1200" name="Group 1199"/>
                              <p:cNvGrpSpPr/>
                              <p:nvPr/>
                            </p:nvGrpSpPr>
                            <p:grpSpPr>
                              <a:xfrm>
                                <a:off x="6065900" y="2698138"/>
                                <a:ext cx="267674" cy="1014434"/>
                                <a:chOff x="6084376" y="2821120"/>
                                <a:chExt cx="267674" cy="1014434"/>
                              </a:xfrm>
                            </p:grpSpPr>
                            <p:cxnSp>
                              <p:nvCxnSpPr>
                                <p:cNvPr id="1210" name="Straight Connector 1209"/>
                                <p:cNvCxnSpPr/>
                                <p:nvPr/>
                              </p:nvCxnSpPr>
                              <p:spPr>
                                <a:xfrm>
                                  <a:off x="6351467" y="2821120"/>
                                  <a:ext cx="0" cy="562928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11" name="Straight Connector 1210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212" name="Straight Connector 1211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0" cy="143139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201" name="Group 1200"/>
                              <p:cNvGrpSpPr/>
                              <p:nvPr/>
                            </p:nvGrpSpPr>
                            <p:grpSpPr>
                              <a:xfrm>
                                <a:off x="5951917" y="2703536"/>
                                <a:ext cx="324500" cy="1112509"/>
                                <a:chOff x="5951917" y="2703536"/>
                                <a:chExt cx="324500" cy="1112509"/>
                              </a:xfrm>
                            </p:grpSpPr>
                            <p:grpSp>
                              <p:nvGrpSpPr>
                                <p:cNvPr id="1202" name="Group 1201"/>
                                <p:cNvGrpSpPr/>
                                <p:nvPr/>
                              </p:nvGrpSpPr>
                              <p:grpSpPr>
                                <a:xfrm>
                                  <a:off x="6008743" y="2821120"/>
                                  <a:ext cx="267674" cy="994925"/>
                                  <a:chOff x="6084376" y="2944103"/>
                                  <a:chExt cx="267674" cy="994925"/>
                                </a:xfrm>
                              </p:grpSpPr>
                              <p:cxnSp>
                                <p:nvCxnSpPr>
                                  <p:cNvPr id="1207" name="Straight Connector 1206"/>
                                  <p:cNvCxnSpPr/>
                                  <p:nvPr/>
                                </p:nvCxnSpPr>
                                <p:spPr>
                                  <a:xfrm>
                                    <a:off x="6351467" y="2944103"/>
                                    <a:ext cx="0" cy="439945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1208" name="Straight Connector 1207"/>
                                  <p:cNvCxnSpPr/>
                                  <p:nvPr/>
                                </p:nvCxnSpPr>
                                <p:spPr>
                                  <a:xfrm flipH="1">
                                    <a:off x="6084376" y="3386435"/>
                                    <a:ext cx="267674" cy="305980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1209" name="Straight Connector 1208"/>
                                  <p:cNvCxnSpPr/>
                                  <p:nvPr/>
                                </p:nvCxnSpPr>
                                <p:spPr>
                                  <a:xfrm>
                                    <a:off x="6084376" y="3692415"/>
                                    <a:ext cx="2631" cy="246613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  <p:grpSp>
                              <p:nvGrpSpPr>
                                <p:cNvPr id="1203" name="Group 1202"/>
                                <p:cNvGrpSpPr/>
                                <p:nvPr/>
                              </p:nvGrpSpPr>
                              <p:grpSpPr>
                                <a:xfrm>
                                  <a:off x="5951917" y="2703536"/>
                                  <a:ext cx="267674" cy="1075700"/>
                                  <a:chOff x="6084376" y="2821120"/>
                                  <a:chExt cx="267674" cy="1075700"/>
                                </a:xfrm>
                              </p:grpSpPr>
                              <p:cxnSp>
                                <p:nvCxnSpPr>
                                  <p:cNvPr id="1204" name="Straight Connector 1203"/>
                                  <p:cNvCxnSpPr/>
                                  <p:nvPr/>
                                </p:nvCxnSpPr>
                                <p:spPr>
                                  <a:xfrm>
                                    <a:off x="6351467" y="2821120"/>
                                    <a:ext cx="0" cy="562928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1205" name="Straight Connector 1204"/>
                                  <p:cNvCxnSpPr/>
                                  <p:nvPr/>
                                </p:nvCxnSpPr>
                                <p:spPr>
                                  <a:xfrm flipH="1">
                                    <a:off x="6084376" y="3386435"/>
                                    <a:ext cx="267674" cy="305980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1206" name="Straight Connector 1205"/>
                                  <p:cNvCxnSpPr/>
                                  <p:nvPr/>
                                </p:nvCxnSpPr>
                                <p:spPr>
                                  <a:xfrm>
                                    <a:off x="6084376" y="3692415"/>
                                    <a:ext cx="0" cy="204405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</p:grpSp>
                        </p:grpSp>
                        <p:grpSp>
                          <p:nvGrpSpPr>
                            <p:cNvPr id="1196" name="Group 1195"/>
                            <p:cNvGrpSpPr/>
                            <p:nvPr/>
                          </p:nvGrpSpPr>
                          <p:grpSpPr>
                            <a:xfrm>
                              <a:off x="6178612" y="2725126"/>
                              <a:ext cx="267674" cy="951524"/>
                              <a:chOff x="6084376" y="2821120"/>
                              <a:chExt cx="267674" cy="951524"/>
                            </a:xfrm>
                          </p:grpSpPr>
                          <p:cxnSp>
                            <p:nvCxnSpPr>
                              <p:cNvPr id="1197" name="Straight Connector 1196"/>
                              <p:cNvCxnSpPr/>
                              <p:nvPr/>
                            </p:nvCxnSpPr>
                            <p:spPr>
                              <a:xfrm>
                                <a:off x="6351467" y="2821120"/>
                                <a:ext cx="0" cy="562928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98" name="Straight Connector 1197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99" name="Straight Connector 1198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80229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1184" name="Group 1183"/>
                        <p:cNvGrpSpPr/>
                        <p:nvPr/>
                      </p:nvGrpSpPr>
                      <p:grpSpPr>
                        <a:xfrm>
                          <a:off x="6196123" y="2666744"/>
                          <a:ext cx="45720" cy="45720"/>
                          <a:chOff x="5652784" y="2816442"/>
                          <a:chExt cx="82296" cy="82296"/>
                        </a:xfrm>
                      </p:grpSpPr>
                      <p:sp>
                        <p:nvSpPr>
                          <p:cNvPr id="1191" name="Oval 1190"/>
                          <p:cNvSpPr/>
                          <p:nvPr/>
                        </p:nvSpPr>
                        <p:spPr>
                          <a:xfrm>
                            <a:off x="5652784" y="2816442"/>
                            <a:ext cx="82296" cy="82296"/>
                          </a:xfrm>
                          <a:prstGeom prst="ellipse">
                            <a:avLst/>
                          </a:prstGeom>
                          <a:solidFill>
                            <a:srgbClr val="00B0F0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192" name="Oval 1191"/>
                          <p:cNvSpPr/>
                          <p:nvPr/>
                        </p:nvSpPr>
                        <p:spPr>
                          <a:xfrm flipH="1">
                            <a:off x="5680421" y="2843692"/>
                            <a:ext cx="27432" cy="27432"/>
                          </a:xfrm>
                          <a:prstGeom prst="ellipse">
                            <a:avLst/>
                          </a:prstGeom>
                          <a:solidFill>
                            <a:srgbClr val="1C355E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185" name="Oval 1184"/>
                        <p:cNvSpPr/>
                        <p:nvPr/>
                      </p:nvSpPr>
                      <p:spPr>
                        <a:xfrm>
                          <a:off x="6262080" y="280016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grpSp>
                      <p:nvGrpSpPr>
                        <p:cNvPr id="1186" name="Group 1185"/>
                        <p:cNvGrpSpPr/>
                        <p:nvPr/>
                      </p:nvGrpSpPr>
                      <p:grpSpPr>
                        <a:xfrm>
                          <a:off x="6310425" y="2664363"/>
                          <a:ext cx="45720" cy="45720"/>
                          <a:chOff x="5652784" y="2816442"/>
                          <a:chExt cx="82296" cy="82296"/>
                        </a:xfrm>
                      </p:grpSpPr>
                      <p:sp>
                        <p:nvSpPr>
                          <p:cNvPr id="1189" name="Oval 1188"/>
                          <p:cNvSpPr/>
                          <p:nvPr/>
                        </p:nvSpPr>
                        <p:spPr>
                          <a:xfrm>
                            <a:off x="5652784" y="2816442"/>
                            <a:ext cx="82296" cy="82296"/>
                          </a:xfrm>
                          <a:prstGeom prst="ellipse">
                            <a:avLst/>
                          </a:prstGeom>
                          <a:solidFill>
                            <a:srgbClr val="00B0F0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1190" name="Oval 1189"/>
                          <p:cNvSpPr/>
                          <p:nvPr/>
                        </p:nvSpPr>
                        <p:spPr>
                          <a:xfrm flipH="1">
                            <a:off x="5680421" y="2843692"/>
                            <a:ext cx="27432" cy="27432"/>
                          </a:xfrm>
                          <a:prstGeom prst="ellipse">
                            <a:avLst/>
                          </a:prstGeom>
                          <a:solidFill>
                            <a:srgbClr val="1C355E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187" name="Oval 1186"/>
                        <p:cNvSpPr/>
                        <p:nvPr/>
                      </p:nvSpPr>
                      <p:spPr>
                        <a:xfrm>
                          <a:off x="6431149" y="271126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88" name="Oval 1187"/>
                        <p:cNvSpPr/>
                        <p:nvPr/>
                      </p:nvSpPr>
                      <p:spPr>
                        <a:xfrm>
                          <a:off x="6373995" y="282238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136" name="Group 1135"/>
                  <p:cNvGrpSpPr/>
                  <p:nvPr/>
                </p:nvGrpSpPr>
                <p:grpSpPr>
                  <a:xfrm>
                    <a:off x="6178612" y="3499880"/>
                    <a:ext cx="594846" cy="277462"/>
                    <a:chOff x="6178612" y="3499880"/>
                    <a:chExt cx="594846" cy="277462"/>
                  </a:xfrm>
                </p:grpSpPr>
                <p:cxnSp>
                  <p:nvCxnSpPr>
                    <p:cNvPr id="1174" name="Straight Connector 1173"/>
                    <p:cNvCxnSpPr/>
                    <p:nvPr/>
                  </p:nvCxnSpPr>
                  <p:spPr>
                    <a:xfrm>
                      <a:off x="6178612" y="3676650"/>
                      <a:ext cx="66570" cy="100692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5" name="Straight Connector 1174"/>
                    <p:cNvCxnSpPr/>
                    <p:nvPr/>
                  </p:nvCxnSpPr>
                  <p:spPr>
                    <a:xfrm>
                      <a:off x="6241843" y="3777342"/>
                      <a:ext cx="260557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6" name="Straight Connector 1175"/>
                    <p:cNvCxnSpPr/>
                    <p:nvPr/>
                  </p:nvCxnSpPr>
                  <p:spPr>
                    <a:xfrm flipV="1">
                      <a:off x="6504627" y="3499880"/>
                      <a:ext cx="268831" cy="274932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37" name="Group 1136"/>
                  <p:cNvGrpSpPr/>
                  <p:nvPr/>
                </p:nvGrpSpPr>
                <p:grpSpPr>
                  <a:xfrm>
                    <a:off x="6510870" y="2937504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1172" name="Oval 1171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3" name="Oval 1172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38" name="Group 1137"/>
                  <p:cNvGrpSpPr/>
                  <p:nvPr/>
                </p:nvGrpSpPr>
                <p:grpSpPr>
                  <a:xfrm>
                    <a:off x="6761275" y="3451763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170" name="Oval 1169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1" name="Oval 1170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39" name="Group 1138"/>
                  <p:cNvGrpSpPr/>
                  <p:nvPr/>
                </p:nvGrpSpPr>
                <p:grpSpPr>
                  <a:xfrm>
                    <a:off x="6204492" y="3596421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1168" name="Straight Connector 1167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9" name="Straight Connector 1168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40" name="Group 1139"/>
                  <p:cNvGrpSpPr/>
                  <p:nvPr/>
                </p:nvGrpSpPr>
                <p:grpSpPr>
                  <a:xfrm>
                    <a:off x="6229892" y="3588237"/>
                    <a:ext cx="626707" cy="297015"/>
                    <a:chOff x="6204492" y="3540612"/>
                    <a:chExt cx="626707" cy="297015"/>
                  </a:xfrm>
                </p:grpSpPr>
                <p:cxnSp>
                  <p:nvCxnSpPr>
                    <p:cNvPr id="1166" name="Straight Connector 1165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7" name="Straight Connector 1166"/>
                    <p:cNvCxnSpPr/>
                    <p:nvPr/>
                  </p:nvCxnSpPr>
                  <p:spPr>
                    <a:xfrm flipV="1">
                      <a:off x="6534263" y="3540612"/>
                      <a:ext cx="296936" cy="297015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41" name="Group 1140"/>
                  <p:cNvGrpSpPr/>
                  <p:nvPr/>
                </p:nvGrpSpPr>
                <p:grpSpPr>
                  <a:xfrm>
                    <a:off x="6172924" y="3694846"/>
                    <a:ext cx="646931" cy="241206"/>
                    <a:chOff x="6128474" y="3596421"/>
                    <a:chExt cx="646931" cy="241206"/>
                  </a:xfrm>
                </p:grpSpPr>
                <p:cxnSp>
                  <p:nvCxnSpPr>
                    <p:cNvPr id="1164" name="Straight Connector 1163"/>
                    <p:cNvCxnSpPr/>
                    <p:nvPr/>
                  </p:nvCxnSpPr>
                  <p:spPr>
                    <a:xfrm>
                      <a:off x="6128474" y="3836060"/>
                      <a:ext cx="406233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5" name="Straight Connector 1164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42" name="Group 1141"/>
                  <p:cNvGrpSpPr/>
                  <p:nvPr/>
                </p:nvGrpSpPr>
                <p:grpSpPr>
                  <a:xfrm>
                    <a:off x="6271167" y="3745646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1162" name="Straight Connector 1161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3" name="Straight Connector 1162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43" name="Oval 1142"/>
                  <p:cNvSpPr/>
                  <p:nvPr/>
                </p:nvSpPr>
                <p:spPr>
                  <a:xfrm>
                    <a:off x="6767699" y="3581211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44" name="Group 1143"/>
                  <p:cNvGrpSpPr/>
                  <p:nvPr/>
                </p:nvGrpSpPr>
                <p:grpSpPr>
                  <a:xfrm>
                    <a:off x="6850942" y="354636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160" name="Oval 1159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61" name="Oval 1160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145" name="Oval 1144"/>
                  <p:cNvSpPr/>
                  <p:nvPr/>
                </p:nvSpPr>
                <p:spPr>
                  <a:xfrm>
                    <a:off x="6810330" y="3673397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46" name="Group 1145"/>
                  <p:cNvGrpSpPr/>
                  <p:nvPr/>
                </p:nvGrpSpPr>
                <p:grpSpPr>
                  <a:xfrm>
                    <a:off x="6834057" y="3724949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158" name="Oval 1157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59" name="Oval 1158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47" name="Group 1146"/>
                  <p:cNvGrpSpPr/>
                  <p:nvPr/>
                </p:nvGrpSpPr>
                <p:grpSpPr>
                  <a:xfrm>
                    <a:off x="6165950" y="3808156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156" name="Oval 1155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57" name="Oval 1156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148" name="Oval 1147"/>
                  <p:cNvSpPr/>
                  <p:nvPr/>
                </p:nvSpPr>
                <p:spPr>
                  <a:xfrm>
                    <a:off x="6229528" y="387172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9" name="Oval 1148"/>
                  <p:cNvSpPr/>
                  <p:nvPr/>
                </p:nvSpPr>
                <p:spPr>
                  <a:xfrm>
                    <a:off x="6250961" y="3976502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50" name="Group 1149"/>
                  <p:cNvGrpSpPr/>
                  <p:nvPr/>
                </p:nvGrpSpPr>
                <p:grpSpPr>
                  <a:xfrm>
                    <a:off x="6127848" y="391769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154" name="Oval 1153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55" name="Oval 1154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1151" name="Straight Connector 1150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2" name="Straight Connector 1151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3" name="Rectangle 1152"/>
                  <p:cNvSpPr/>
                  <p:nvPr/>
                </p:nvSpPr>
                <p:spPr>
                  <a:xfrm>
                    <a:off x="6534263" y="3165835"/>
                    <a:ext cx="187246" cy="250607"/>
                  </a:xfrm>
                  <a:prstGeom prst="rect">
                    <a:avLst/>
                  </a:prstGeom>
                  <a:solidFill>
                    <a:srgbClr val="1C355E"/>
                  </a:solidFill>
                  <a:ln w="28575"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85" name="Group 984"/>
                <p:cNvGrpSpPr/>
                <p:nvPr/>
              </p:nvGrpSpPr>
              <p:grpSpPr>
                <a:xfrm rot="7703424">
                  <a:off x="5529828" y="1014388"/>
                  <a:ext cx="137160" cy="137160"/>
                  <a:chOff x="5578565" y="2719698"/>
                  <a:chExt cx="82296" cy="82296"/>
                </a:xfrm>
              </p:grpSpPr>
              <p:sp>
                <p:nvSpPr>
                  <p:cNvPr id="1132" name="Oval 1131"/>
                  <p:cNvSpPr/>
                  <p:nvPr/>
                </p:nvSpPr>
                <p:spPr>
                  <a:xfrm>
                    <a:off x="5578565" y="2719698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3" name="Oval 1132"/>
                  <p:cNvSpPr/>
                  <p:nvPr/>
                </p:nvSpPr>
                <p:spPr>
                  <a:xfrm flipH="1">
                    <a:off x="5606201" y="2746949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86" name="Group 985"/>
                <p:cNvGrpSpPr/>
                <p:nvPr/>
              </p:nvGrpSpPr>
              <p:grpSpPr>
                <a:xfrm rot="7703424">
                  <a:off x="5714998" y="1020985"/>
                  <a:ext cx="362419" cy="684955"/>
                  <a:chOff x="6182840" y="2664363"/>
                  <a:chExt cx="362419" cy="684955"/>
                </a:xfrm>
              </p:grpSpPr>
              <p:sp>
                <p:nvSpPr>
                  <p:cNvPr id="1108" name="Oval 1107"/>
                  <p:cNvSpPr/>
                  <p:nvPr/>
                </p:nvSpPr>
                <p:spPr>
                  <a:xfrm>
                    <a:off x="6200178" y="325436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09" name="Group 1108"/>
                  <p:cNvGrpSpPr/>
                  <p:nvPr/>
                </p:nvGrpSpPr>
                <p:grpSpPr>
                  <a:xfrm>
                    <a:off x="6182840" y="2664363"/>
                    <a:ext cx="362419" cy="684955"/>
                    <a:chOff x="6182840" y="2664363"/>
                    <a:chExt cx="362419" cy="684955"/>
                  </a:xfrm>
                </p:grpSpPr>
                <p:grpSp>
                  <p:nvGrpSpPr>
                    <p:cNvPr id="1110" name="Group 1109"/>
                    <p:cNvGrpSpPr/>
                    <p:nvPr/>
                  </p:nvGrpSpPr>
                  <p:grpSpPr>
                    <a:xfrm>
                      <a:off x="6182840" y="2698138"/>
                      <a:ext cx="362419" cy="651180"/>
                      <a:chOff x="6182840" y="2698138"/>
                      <a:chExt cx="362419" cy="651180"/>
                    </a:xfrm>
                  </p:grpSpPr>
                  <p:cxnSp>
                    <p:nvCxnSpPr>
                      <p:cNvPr id="1120" name="Straight Connector 1119"/>
                      <p:cNvCxnSpPr/>
                      <p:nvPr/>
                    </p:nvCxnSpPr>
                    <p:spPr>
                      <a:xfrm rot="13896576" flipH="1" flipV="1">
                        <a:off x="6267296" y="2904176"/>
                        <a:ext cx="243175" cy="183729"/>
                      </a:xfrm>
                      <a:prstGeom prst="line">
                        <a:avLst/>
                      </a:prstGeom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121" name="Group 1120"/>
                      <p:cNvGrpSpPr/>
                      <p:nvPr/>
                    </p:nvGrpSpPr>
                    <p:grpSpPr>
                      <a:xfrm>
                        <a:off x="6182840" y="2698138"/>
                        <a:ext cx="362419" cy="651180"/>
                        <a:chOff x="6182840" y="2698138"/>
                        <a:chExt cx="362419" cy="651180"/>
                      </a:xfrm>
                    </p:grpSpPr>
                    <p:grpSp>
                      <p:nvGrpSpPr>
                        <p:cNvPr id="1122" name="Group 1121"/>
                        <p:cNvGrpSpPr/>
                        <p:nvPr/>
                      </p:nvGrpSpPr>
                      <p:grpSpPr>
                        <a:xfrm>
                          <a:off x="6182840" y="2698138"/>
                          <a:ext cx="322263" cy="651180"/>
                          <a:chOff x="6182840" y="2698138"/>
                          <a:chExt cx="322263" cy="651180"/>
                        </a:xfrm>
                      </p:grpSpPr>
                      <p:grpSp>
                        <p:nvGrpSpPr>
                          <p:cNvPr id="1124" name="Group 1123"/>
                          <p:cNvGrpSpPr/>
                          <p:nvPr/>
                        </p:nvGrpSpPr>
                        <p:grpSpPr>
                          <a:xfrm>
                            <a:off x="6332991" y="2698138"/>
                            <a:ext cx="172112" cy="651180"/>
                            <a:chOff x="6351467" y="2821120"/>
                            <a:chExt cx="172112" cy="651180"/>
                          </a:xfrm>
                        </p:grpSpPr>
                        <p:cxnSp>
                          <p:nvCxnSpPr>
                            <p:cNvPr id="1130" name="Straight Connector 1129"/>
                            <p:cNvCxnSpPr/>
                            <p:nvPr/>
                          </p:nvCxnSpPr>
                          <p:spPr>
                            <a:xfrm>
                              <a:off x="6351467" y="2821120"/>
                              <a:ext cx="0" cy="562928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131" name="Straight Connector 1130"/>
                            <p:cNvCxnSpPr>
                              <a:endCxn id="1013" idx="1"/>
                            </p:cNvCxnSpPr>
                            <p:nvPr/>
                          </p:nvCxnSpPr>
                          <p:spPr>
                            <a:xfrm rot="13896576" flipH="1">
                              <a:off x="6379969" y="3328691"/>
                              <a:ext cx="145583" cy="141636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1125" name="Group 1124"/>
                          <p:cNvGrpSpPr/>
                          <p:nvPr/>
                        </p:nvGrpSpPr>
                        <p:grpSpPr>
                          <a:xfrm>
                            <a:off x="6182840" y="2703536"/>
                            <a:ext cx="108422" cy="602555"/>
                            <a:chOff x="6182840" y="2703536"/>
                            <a:chExt cx="108422" cy="602555"/>
                          </a:xfrm>
                        </p:grpSpPr>
                        <p:grpSp>
                          <p:nvGrpSpPr>
                            <p:cNvPr id="1126" name="Group 1125"/>
                            <p:cNvGrpSpPr/>
                            <p:nvPr/>
                          </p:nvGrpSpPr>
                          <p:grpSpPr>
                            <a:xfrm>
                              <a:off x="6182840" y="2821120"/>
                              <a:ext cx="108422" cy="484971"/>
                              <a:chOff x="6258473" y="2944103"/>
                              <a:chExt cx="108422" cy="484971"/>
                            </a:xfrm>
                          </p:grpSpPr>
                          <p:cxnSp>
                            <p:nvCxnSpPr>
                              <p:cNvPr id="1128" name="Straight Connector 1127"/>
                              <p:cNvCxnSpPr/>
                              <p:nvPr/>
                            </p:nvCxnSpPr>
                            <p:spPr>
                              <a:xfrm>
                                <a:off x="6351467" y="2944103"/>
                                <a:ext cx="0" cy="439945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29" name="Straight Connector 1128"/>
                              <p:cNvCxnSpPr/>
                              <p:nvPr/>
                            </p:nvCxnSpPr>
                            <p:spPr>
                              <a:xfrm rot="13896576" flipH="1" flipV="1">
                                <a:off x="6307653" y="3369833"/>
                                <a:ext cx="10061" cy="108422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cxnSp>
                          <p:nvCxnSpPr>
                            <p:cNvPr id="1127" name="Straight Connector 1126"/>
                            <p:cNvCxnSpPr/>
                            <p:nvPr/>
                          </p:nvCxnSpPr>
                          <p:spPr>
                            <a:xfrm>
                              <a:off x="6219008" y="2703536"/>
                              <a:ext cx="0" cy="562928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cxnSp>
                      <p:nvCxnSpPr>
                        <p:cNvPr id="1123" name="Straight Connector 1122"/>
                        <p:cNvCxnSpPr/>
                        <p:nvPr/>
                      </p:nvCxnSpPr>
                      <p:spPr>
                        <a:xfrm rot="13896576" flipH="1" flipV="1">
                          <a:off x="6321096" y="2786921"/>
                          <a:ext cx="252417" cy="195909"/>
                        </a:xfrm>
                        <a:prstGeom prst="line">
                          <a:avLst/>
                        </a:prstGeom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1111" name="Group 1110"/>
                    <p:cNvGrpSpPr/>
                    <p:nvPr/>
                  </p:nvGrpSpPr>
                  <p:grpSpPr>
                    <a:xfrm>
                      <a:off x="6196123" y="2666744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1118" name="Oval 1117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19" name="Oval 1118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1112" name="Oval 1111"/>
                    <p:cNvSpPr/>
                    <p:nvPr/>
                  </p:nvSpPr>
                  <p:spPr>
                    <a:xfrm>
                      <a:off x="6262080" y="280016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113" name="Group 1112"/>
                    <p:cNvGrpSpPr/>
                    <p:nvPr/>
                  </p:nvGrpSpPr>
                  <p:grpSpPr>
                    <a:xfrm>
                      <a:off x="6310425" y="2664363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1116" name="Oval 1115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117" name="Oval 1116"/>
                      <p:cNvSpPr/>
                      <p:nvPr/>
                    </p:nvSpPr>
                    <p:spPr>
                      <a:xfrm flipH="1">
                        <a:off x="5680420" y="2843691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1114" name="Oval 1113"/>
                    <p:cNvSpPr/>
                    <p:nvPr/>
                  </p:nvSpPr>
                  <p:spPr>
                    <a:xfrm>
                      <a:off x="6431149" y="271126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15" name="Oval 1114"/>
                    <p:cNvSpPr/>
                    <p:nvPr/>
                  </p:nvSpPr>
                  <p:spPr>
                    <a:xfrm>
                      <a:off x="6373995" y="282238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987" name="Group 986"/>
                <p:cNvGrpSpPr/>
                <p:nvPr/>
              </p:nvGrpSpPr>
              <p:grpSpPr>
                <a:xfrm rot="7703424">
                  <a:off x="5695205" y="1465711"/>
                  <a:ext cx="137160" cy="137160"/>
                  <a:chOff x="5652784" y="2816442"/>
                  <a:chExt cx="82296" cy="82296"/>
                </a:xfrm>
              </p:grpSpPr>
              <p:sp>
                <p:nvSpPr>
                  <p:cNvPr id="1106" name="Oval 1105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7" name="Oval 1106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88" name="Group 987"/>
                <p:cNvGrpSpPr/>
                <p:nvPr/>
              </p:nvGrpSpPr>
              <p:grpSpPr>
                <a:xfrm rot="7703424">
                  <a:off x="5735914" y="1266190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104" name="Oval 1103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5" name="Oval 1104"/>
                  <p:cNvSpPr/>
                  <p:nvPr/>
                </p:nvSpPr>
                <p:spPr>
                  <a:xfrm flipH="1">
                    <a:off x="5680420" y="2843694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989" name="Straight Connector 988"/>
                <p:cNvCxnSpPr/>
                <p:nvPr/>
              </p:nvCxnSpPr>
              <p:spPr>
                <a:xfrm rot="7703424">
                  <a:off x="4990208" y="1274022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0" name="Straight Connector 989"/>
                <p:cNvCxnSpPr/>
                <p:nvPr/>
              </p:nvCxnSpPr>
              <p:spPr>
                <a:xfrm rot="7703424">
                  <a:off x="4990208" y="1274022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91" name="Group 990"/>
                <p:cNvGrpSpPr/>
                <p:nvPr/>
              </p:nvGrpSpPr>
              <p:grpSpPr>
                <a:xfrm rot="6502207">
                  <a:off x="4300075" y="1819660"/>
                  <a:ext cx="594846" cy="277462"/>
                  <a:chOff x="6178612" y="3499880"/>
                  <a:chExt cx="594846" cy="277462"/>
                </a:xfrm>
              </p:grpSpPr>
              <p:cxnSp>
                <p:nvCxnSpPr>
                  <p:cNvPr id="1101" name="Straight Connector 1100"/>
                  <p:cNvCxnSpPr/>
                  <p:nvPr/>
                </p:nvCxnSpPr>
                <p:spPr>
                  <a:xfrm>
                    <a:off x="6178612" y="3676650"/>
                    <a:ext cx="66570" cy="100692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2" name="Straight Connector 1101"/>
                  <p:cNvCxnSpPr/>
                  <p:nvPr/>
                </p:nvCxnSpPr>
                <p:spPr>
                  <a:xfrm>
                    <a:off x="6241843" y="3777342"/>
                    <a:ext cx="260557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3" name="Straight Connector 1102"/>
                  <p:cNvCxnSpPr/>
                  <p:nvPr/>
                </p:nvCxnSpPr>
                <p:spPr>
                  <a:xfrm flipV="1">
                    <a:off x="6504627" y="3499880"/>
                    <a:ext cx="268831" cy="274932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92" name="Group 991"/>
                <p:cNvGrpSpPr/>
                <p:nvPr/>
              </p:nvGrpSpPr>
              <p:grpSpPr>
                <a:xfrm rot="6502207">
                  <a:off x="4633171" y="2279612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099" name="Oval 1098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0" name="Oval 1099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93" name="Group 992"/>
                <p:cNvGrpSpPr/>
                <p:nvPr/>
              </p:nvGrpSpPr>
              <p:grpSpPr>
                <a:xfrm rot="6502207">
                  <a:off x="4233240" y="1826281"/>
                  <a:ext cx="570913" cy="241206"/>
                  <a:chOff x="6204492" y="3596421"/>
                  <a:chExt cx="570913" cy="241206"/>
                </a:xfrm>
              </p:grpSpPr>
              <p:cxnSp>
                <p:nvCxnSpPr>
                  <p:cNvPr id="1097" name="Straight Connector 1096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8" name="Straight Connector 1097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94" name="Group 993"/>
                <p:cNvGrpSpPr/>
                <p:nvPr/>
              </p:nvGrpSpPr>
              <p:grpSpPr>
                <a:xfrm rot="6502207">
                  <a:off x="4169830" y="1842742"/>
                  <a:ext cx="626707" cy="297015"/>
                  <a:chOff x="6204492" y="3540612"/>
                  <a:chExt cx="626707" cy="297015"/>
                </a:xfrm>
              </p:grpSpPr>
              <p:cxnSp>
                <p:nvCxnSpPr>
                  <p:cNvPr id="1095" name="Straight Connector 1094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6" name="Straight Connector 1095"/>
                  <p:cNvCxnSpPr/>
                  <p:nvPr/>
                </p:nvCxnSpPr>
                <p:spPr>
                  <a:xfrm flipV="1">
                    <a:off x="6534263" y="3540612"/>
                    <a:ext cx="296936" cy="297015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95" name="Group 994"/>
                <p:cNvGrpSpPr/>
                <p:nvPr/>
              </p:nvGrpSpPr>
              <p:grpSpPr>
                <a:xfrm rot="6502207">
                  <a:off x="4099792" y="1801374"/>
                  <a:ext cx="646931" cy="241206"/>
                  <a:chOff x="6128474" y="3596421"/>
                  <a:chExt cx="646931" cy="241206"/>
                </a:xfrm>
              </p:grpSpPr>
              <p:cxnSp>
                <p:nvCxnSpPr>
                  <p:cNvPr id="1093" name="Straight Connector 1092"/>
                  <p:cNvCxnSpPr/>
                  <p:nvPr/>
                </p:nvCxnSpPr>
                <p:spPr>
                  <a:xfrm>
                    <a:off x="6128474" y="3836060"/>
                    <a:ext cx="406233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4" name="Straight Connector 1093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96" name="Group 995"/>
                <p:cNvGrpSpPr/>
                <p:nvPr/>
              </p:nvGrpSpPr>
              <p:grpSpPr>
                <a:xfrm rot="6502207">
                  <a:off x="4070606" y="1842529"/>
                  <a:ext cx="570913" cy="241206"/>
                  <a:chOff x="6204492" y="3596421"/>
                  <a:chExt cx="570913" cy="241206"/>
                </a:xfrm>
              </p:grpSpPr>
              <p:cxnSp>
                <p:nvCxnSpPr>
                  <p:cNvPr id="1091" name="Straight Connector 1090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2" name="Straight Connector 1091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97" name="Oval 996"/>
                <p:cNvSpPr/>
                <p:nvPr/>
              </p:nvSpPr>
              <p:spPr>
                <a:xfrm rot="6502207">
                  <a:off x="4528998" y="2248261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98" name="Group 997"/>
                <p:cNvGrpSpPr/>
                <p:nvPr/>
              </p:nvGrpSpPr>
              <p:grpSpPr>
                <a:xfrm rot="6502207">
                  <a:off x="4515134" y="2334897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089" name="Oval 1088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0" name="Oval 1089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99" name="Oval 998"/>
                <p:cNvSpPr/>
                <p:nvPr/>
              </p:nvSpPr>
              <p:spPr>
                <a:xfrm rot="6502207">
                  <a:off x="4428075" y="2259666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00" name="Group 999"/>
                <p:cNvGrpSpPr/>
                <p:nvPr/>
              </p:nvGrpSpPr>
              <p:grpSpPr>
                <a:xfrm rot="6502207">
                  <a:off x="4350968" y="2262590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087" name="Oval 1086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8" name="Oval 1087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01" name="Group 1000"/>
                <p:cNvGrpSpPr/>
                <p:nvPr/>
              </p:nvGrpSpPr>
              <p:grpSpPr>
                <a:xfrm rot="6502207">
                  <a:off x="4482558" y="1602306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085" name="Oval 1084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6" name="Oval 1085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02" name="Oval 1001"/>
                <p:cNvSpPr/>
                <p:nvPr/>
              </p:nvSpPr>
              <p:spPr>
                <a:xfrm rot="6502207">
                  <a:off x="4422898" y="1645959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3" name="Oval 1002"/>
                <p:cNvSpPr/>
                <p:nvPr/>
              </p:nvSpPr>
              <p:spPr>
                <a:xfrm rot="6502207">
                  <a:off x="4316703" y="1633278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04" name="Group 1003"/>
                <p:cNvGrpSpPr/>
                <p:nvPr/>
              </p:nvGrpSpPr>
              <p:grpSpPr>
                <a:xfrm rot="6502207">
                  <a:off x="4390613" y="1531625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083" name="Oval 1082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4" name="Oval 1083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1005" name="Straight Connector 1004"/>
                <p:cNvCxnSpPr/>
                <p:nvPr/>
              </p:nvCxnSpPr>
              <p:spPr>
                <a:xfrm rot="6502207">
                  <a:off x="4349266" y="2276175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6" name="Straight Connector 1005"/>
                <p:cNvCxnSpPr/>
                <p:nvPr/>
              </p:nvCxnSpPr>
              <p:spPr>
                <a:xfrm rot="6502207">
                  <a:off x="4349266" y="2276175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7" name="Rectangle 1006"/>
                <p:cNvSpPr/>
                <p:nvPr/>
              </p:nvSpPr>
              <p:spPr>
                <a:xfrm rot="4137171">
                  <a:off x="4664097" y="1513811"/>
                  <a:ext cx="187246" cy="250607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08" name="Group 1007"/>
                <p:cNvGrpSpPr/>
                <p:nvPr/>
              </p:nvGrpSpPr>
              <p:grpSpPr>
                <a:xfrm rot="9604852">
                  <a:off x="3398365" y="2649654"/>
                  <a:ext cx="947047" cy="738944"/>
                  <a:chOff x="5932730" y="3264990"/>
                  <a:chExt cx="947047" cy="738944"/>
                </a:xfrm>
              </p:grpSpPr>
              <p:grpSp>
                <p:nvGrpSpPr>
                  <p:cNvPr id="1014" name="Group 1013"/>
                  <p:cNvGrpSpPr/>
                  <p:nvPr/>
                </p:nvGrpSpPr>
                <p:grpSpPr>
                  <a:xfrm>
                    <a:off x="6383524" y="3508645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1081" name="Oval 1080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2" name="Oval 1081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15" name="Group 1014"/>
                  <p:cNvGrpSpPr/>
                  <p:nvPr/>
                </p:nvGrpSpPr>
                <p:grpSpPr>
                  <a:xfrm>
                    <a:off x="5932730" y="3264990"/>
                    <a:ext cx="512824" cy="601556"/>
                    <a:chOff x="5933462" y="3263452"/>
                    <a:chExt cx="512824" cy="601556"/>
                  </a:xfrm>
                </p:grpSpPr>
                <p:sp>
                  <p:nvSpPr>
                    <p:cNvPr id="1053" name="Oval 1052"/>
                    <p:cNvSpPr/>
                    <p:nvPr/>
                  </p:nvSpPr>
                  <p:spPr>
                    <a:xfrm>
                      <a:off x="5933462" y="3770938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054" name="Group 1053"/>
                    <p:cNvGrpSpPr/>
                    <p:nvPr/>
                  </p:nvGrpSpPr>
                  <p:grpSpPr>
                    <a:xfrm>
                      <a:off x="5951917" y="3263452"/>
                      <a:ext cx="494369" cy="601556"/>
                      <a:chOff x="5951917" y="3263452"/>
                      <a:chExt cx="494369" cy="601556"/>
                    </a:xfrm>
                  </p:grpSpPr>
                  <p:sp>
                    <p:nvSpPr>
                      <p:cNvPr id="1055" name="Oval 1054"/>
                      <p:cNvSpPr/>
                      <p:nvPr/>
                    </p:nvSpPr>
                    <p:spPr>
                      <a:xfrm>
                        <a:off x="6050146" y="3704266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056" name="Group 1055"/>
                      <p:cNvGrpSpPr/>
                      <p:nvPr/>
                    </p:nvGrpSpPr>
                    <p:grpSpPr>
                      <a:xfrm>
                        <a:off x="6098356" y="3771289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1079" name="Oval 1078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0" name="Oval 1079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57" name="Group 1056"/>
                      <p:cNvGrpSpPr/>
                      <p:nvPr/>
                    </p:nvGrpSpPr>
                    <p:grpSpPr>
                      <a:xfrm>
                        <a:off x="5984192" y="3819288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1077" name="Oval 1076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78" name="Oval 1077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58" name="Group 1057"/>
                      <p:cNvGrpSpPr/>
                      <p:nvPr/>
                    </p:nvGrpSpPr>
                    <p:grpSpPr>
                      <a:xfrm>
                        <a:off x="5951917" y="3263452"/>
                        <a:ext cx="494369" cy="552593"/>
                        <a:chOff x="5951917" y="3263452"/>
                        <a:chExt cx="494369" cy="552593"/>
                      </a:xfrm>
                    </p:grpSpPr>
                    <p:grpSp>
                      <p:nvGrpSpPr>
                        <p:cNvPr id="1059" name="Group 1058"/>
                        <p:cNvGrpSpPr/>
                        <p:nvPr/>
                      </p:nvGrpSpPr>
                      <p:grpSpPr>
                        <a:xfrm>
                          <a:off x="6118287" y="3268216"/>
                          <a:ext cx="267674" cy="510385"/>
                          <a:chOff x="6084376" y="3386435"/>
                          <a:chExt cx="267674" cy="510385"/>
                        </a:xfrm>
                      </p:grpSpPr>
                      <p:cxnSp>
                        <p:nvCxnSpPr>
                          <p:cNvPr id="1075" name="Straight Connector 1074"/>
                          <p:cNvCxnSpPr/>
                          <p:nvPr/>
                        </p:nvCxnSpPr>
                        <p:spPr>
                          <a:xfrm flipH="1">
                            <a:off x="6084376" y="3386435"/>
                            <a:ext cx="267674" cy="30598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076" name="Straight Connector 1075"/>
                          <p:cNvCxnSpPr/>
                          <p:nvPr/>
                        </p:nvCxnSpPr>
                        <p:spPr>
                          <a:xfrm>
                            <a:off x="6084376" y="3692415"/>
                            <a:ext cx="0" cy="20440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060" name="Group 1059"/>
                        <p:cNvGrpSpPr/>
                        <p:nvPr/>
                      </p:nvGrpSpPr>
                      <p:grpSpPr>
                        <a:xfrm>
                          <a:off x="5951917" y="3263452"/>
                          <a:ext cx="494369" cy="552593"/>
                          <a:chOff x="5951917" y="3263452"/>
                          <a:chExt cx="494369" cy="552593"/>
                        </a:xfrm>
                      </p:grpSpPr>
                      <p:grpSp>
                        <p:nvGrpSpPr>
                          <p:cNvPr id="1061" name="Group 1060"/>
                          <p:cNvGrpSpPr/>
                          <p:nvPr/>
                        </p:nvGrpSpPr>
                        <p:grpSpPr>
                          <a:xfrm>
                            <a:off x="5951917" y="3263452"/>
                            <a:ext cx="381657" cy="552593"/>
                            <a:chOff x="5951917" y="3263452"/>
                            <a:chExt cx="381657" cy="552593"/>
                          </a:xfrm>
                        </p:grpSpPr>
                        <p:grpSp>
                          <p:nvGrpSpPr>
                            <p:cNvPr id="1065" name="Group 1064"/>
                            <p:cNvGrpSpPr/>
                            <p:nvPr/>
                          </p:nvGrpSpPr>
                          <p:grpSpPr>
                            <a:xfrm>
                              <a:off x="6065900" y="3263453"/>
                              <a:ext cx="267674" cy="449119"/>
                              <a:chOff x="6084376" y="3386435"/>
                              <a:chExt cx="267674" cy="449119"/>
                            </a:xfrm>
                          </p:grpSpPr>
                          <p:cxnSp>
                            <p:nvCxnSpPr>
                              <p:cNvPr id="1073" name="Straight Connector 1072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074" name="Straight Connector 1073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143139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1066" name="Group 1065"/>
                            <p:cNvGrpSpPr/>
                            <p:nvPr/>
                          </p:nvGrpSpPr>
                          <p:grpSpPr>
                            <a:xfrm>
                              <a:off x="5951917" y="3263452"/>
                              <a:ext cx="324500" cy="552593"/>
                              <a:chOff x="5951917" y="3263452"/>
                              <a:chExt cx="324500" cy="552593"/>
                            </a:xfrm>
                          </p:grpSpPr>
                          <p:grpSp>
                            <p:nvGrpSpPr>
                              <p:cNvPr id="1067" name="Group 1066"/>
                              <p:cNvGrpSpPr/>
                              <p:nvPr/>
                            </p:nvGrpSpPr>
                            <p:grpSpPr>
                              <a:xfrm>
                                <a:off x="6008743" y="3263452"/>
                                <a:ext cx="267674" cy="552593"/>
                                <a:chOff x="6084376" y="3386435"/>
                                <a:chExt cx="267674" cy="552593"/>
                              </a:xfrm>
                            </p:grpSpPr>
                            <p:cxnSp>
                              <p:nvCxnSpPr>
                                <p:cNvPr id="1071" name="Straight Connector 1070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072" name="Straight Connector 1071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2631" cy="246613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068" name="Group 1067"/>
                              <p:cNvGrpSpPr/>
                              <p:nvPr/>
                            </p:nvGrpSpPr>
                            <p:grpSpPr>
                              <a:xfrm>
                                <a:off x="5951917" y="3268851"/>
                                <a:ext cx="267674" cy="510385"/>
                                <a:chOff x="6084376" y="3386435"/>
                                <a:chExt cx="267674" cy="510385"/>
                              </a:xfrm>
                            </p:grpSpPr>
                            <p:cxnSp>
                              <p:nvCxnSpPr>
                                <p:cNvPr id="1069" name="Straight Connector 1068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070" name="Straight Connector 1069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0" cy="204405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  <p:grpSp>
                        <p:nvGrpSpPr>
                          <p:cNvPr id="1062" name="Group 1061"/>
                          <p:cNvGrpSpPr/>
                          <p:nvPr/>
                        </p:nvGrpSpPr>
                        <p:grpSpPr>
                          <a:xfrm>
                            <a:off x="6178612" y="3290441"/>
                            <a:ext cx="267674" cy="386209"/>
                            <a:chOff x="6084376" y="3386435"/>
                            <a:chExt cx="267674" cy="386209"/>
                          </a:xfrm>
                        </p:grpSpPr>
                        <p:cxnSp>
                          <p:nvCxnSpPr>
                            <p:cNvPr id="1063" name="Straight Connector 1062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64" name="Straight Connector 1063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80229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</p:grpSp>
                </p:grpSp>
              </p:grpSp>
              <p:grpSp>
                <p:nvGrpSpPr>
                  <p:cNvPr id="1016" name="Group 1015"/>
                  <p:cNvGrpSpPr/>
                  <p:nvPr/>
                </p:nvGrpSpPr>
                <p:grpSpPr>
                  <a:xfrm>
                    <a:off x="6178612" y="3499880"/>
                    <a:ext cx="594846" cy="277462"/>
                    <a:chOff x="6178612" y="3499880"/>
                    <a:chExt cx="594846" cy="277462"/>
                  </a:xfrm>
                </p:grpSpPr>
                <p:cxnSp>
                  <p:nvCxnSpPr>
                    <p:cNvPr id="1050" name="Straight Connector 1049"/>
                    <p:cNvCxnSpPr/>
                    <p:nvPr/>
                  </p:nvCxnSpPr>
                  <p:spPr>
                    <a:xfrm>
                      <a:off x="6178612" y="3676650"/>
                      <a:ext cx="66570" cy="100692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1" name="Straight Connector 1050"/>
                    <p:cNvCxnSpPr/>
                    <p:nvPr/>
                  </p:nvCxnSpPr>
                  <p:spPr>
                    <a:xfrm>
                      <a:off x="6241843" y="3777342"/>
                      <a:ext cx="260557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2" name="Straight Connector 1051"/>
                    <p:cNvCxnSpPr/>
                    <p:nvPr/>
                  </p:nvCxnSpPr>
                  <p:spPr>
                    <a:xfrm flipV="1">
                      <a:off x="6504627" y="3499880"/>
                      <a:ext cx="268831" cy="274932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17" name="Group 1016"/>
                  <p:cNvGrpSpPr/>
                  <p:nvPr/>
                </p:nvGrpSpPr>
                <p:grpSpPr>
                  <a:xfrm>
                    <a:off x="6761275" y="3451763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048" name="Oval 1047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49" name="Oval 1048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18" name="Group 1017"/>
                  <p:cNvGrpSpPr/>
                  <p:nvPr/>
                </p:nvGrpSpPr>
                <p:grpSpPr>
                  <a:xfrm>
                    <a:off x="6204492" y="3596421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1046" name="Straight Connector 1045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7" name="Straight Connector 1046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19" name="Group 1018"/>
                  <p:cNvGrpSpPr/>
                  <p:nvPr/>
                </p:nvGrpSpPr>
                <p:grpSpPr>
                  <a:xfrm>
                    <a:off x="6229892" y="3713848"/>
                    <a:ext cx="501129" cy="171405"/>
                    <a:chOff x="6204492" y="3666223"/>
                    <a:chExt cx="501129" cy="171405"/>
                  </a:xfrm>
                </p:grpSpPr>
                <p:cxnSp>
                  <p:nvCxnSpPr>
                    <p:cNvPr id="1044" name="Straight Connector 1043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5" name="Straight Connector 1044"/>
                    <p:cNvCxnSpPr/>
                    <p:nvPr/>
                  </p:nvCxnSpPr>
                  <p:spPr>
                    <a:xfrm flipV="1">
                      <a:off x="6534263" y="3666223"/>
                      <a:ext cx="171358" cy="171405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20" name="Group 1019"/>
                  <p:cNvGrpSpPr/>
                  <p:nvPr/>
                </p:nvGrpSpPr>
                <p:grpSpPr>
                  <a:xfrm>
                    <a:off x="6172924" y="3694846"/>
                    <a:ext cx="646931" cy="241206"/>
                    <a:chOff x="6128474" y="3596421"/>
                    <a:chExt cx="646931" cy="241206"/>
                  </a:xfrm>
                </p:grpSpPr>
                <p:cxnSp>
                  <p:nvCxnSpPr>
                    <p:cNvPr id="1042" name="Straight Connector 1041"/>
                    <p:cNvCxnSpPr/>
                    <p:nvPr/>
                  </p:nvCxnSpPr>
                  <p:spPr>
                    <a:xfrm>
                      <a:off x="6128474" y="3836060"/>
                      <a:ext cx="406233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3" name="Straight Connector 1042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21" name="Group 1020"/>
                  <p:cNvGrpSpPr/>
                  <p:nvPr/>
                </p:nvGrpSpPr>
                <p:grpSpPr>
                  <a:xfrm>
                    <a:off x="6271167" y="3745646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1040" name="Straight Connector 1039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1" name="Straight Connector 1040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22" name="Oval 1021"/>
                  <p:cNvSpPr/>
                  <p:nvPr/>
                </p:nvSpPr>
                <p:spPr>
                  <a:xfrm>
                    <a:off x="6767699" y="3581211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23" name="Group 1022"/>
                  <p:cNvGrpSpPr/>
                  <p:nvPr/>
                </p:nvGrpSpPr>
                <p:grpSpPr>
                  <a:xfrm>
                    <a:off x="6722355" y="3672568"/>
                    <a:ext cx="45720" cy="45720"/>
                    <a:chOff x="5421260" y="3043613"/>
                    <a:chExt cx="82295" cy="82296"/>
                  </a:xfrm>
                </p:grpSpPr>
                <p:sp>
                  <p:nvSpPr>
                    <p:cNvPr id="1038" name="Oval 1037"/>
                    <p:cNvSpPr/>
                    <p:nvPr/>
                  </p:nvSpPr>
                  <p:spPr>
                    <a:xfrm>
                      <a:off x="5421260" y="3043613"/>
                      <a:ext cx="82295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39" name="Oval 1038"/>
                    <p:cNvSpPr/>
                    <p:nvPr/>
                  </p:nvSpPr>
                  <p:spPr>
                    <a:xfrm flipH="1">
                      <a:off x="5448963" y="3070863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024" name="Oval 1023"/>
                  <p:cNvSpPr/>
                  <p:nvPr/>
                </p:nvSpPr>
                <p:spPr>
                  <a:xfrm>
                    <a:off x="6810330" y="3673397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25" name="Group 1024"/>
                  <p:cNvGrpSpPr/>
                  <p:nvPr/>
                </p:nvGrpSpPr>
                <p:grpSpPr>
                  <a:xfrm>
                    <a:off x="6834057" y="3724949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036" name="Oval 1035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37" name="Oval 1036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26" name="Group 1025"/>
                  <p:cNvGrpSpPr/>
                  <p:nvPr/>
                </p:nvGrpSpPr>
                <p:grpSpPr>
                  <a:xfrm>
                    <a:off x="6165950" y="3808156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034" name="Oval 1033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35" name="Oval 1034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027" name="Oval 1026"/>
                  <p:cNvSpPr/>
                  <p:nvPr/>
                </p:nvSpPr>
                <p:spPr>
                  <a:xfrm>
                    <a:off x="6229528" y="387172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8" name="Oval 1027"/>
                  <p:cNvSpPr/>
                  <p:nvPr/>
                </p:nvSpPr>
                <p:spPr>
                  <a:xfrm>
                    <a:off x="6250961" y="3976502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29" name="Group 1028"/>
                  <p:cNvGrpSpPr/>
                  <p:nvPr/>
                </p:nvGrpSpPr>
                <p:grpSpPr>
                  <a:xfrm>
                    <a:off x="6127848" y="391769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032" name="Oval 1031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33" name="Oval 1032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1030" name="Straight Connector 1029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1" name="Straight Connector 1030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09" name="Oval 1008"/>
                <p:cNvSpPr/>
                <p:nvPr/>
              </p:nvSpPr>
              <p:spPr>
                <a:xfrm rot="7703424">
                  <a:off x="5714175" y="994489"/>
                  <a:ext cx="45720" cy="4572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0" name="Oval 1009"/>
                <p:cNvSpPr/>
                <p:nvPr/>
              </p:nvSpPr>
              <p:spPr>
                <a:xfrm rot="7703424" flipH="1">
                  <a:off x="5729424" y="1009881"/>
                  <a:ext cx="15240" cy="15240"/>
                </a:xfrm>
                <a:prstGeom prst="ellipse">
                  <a:avLst/>
                </a:prstGeom>
                <a:solidFill>
                  <a:srgbClr val="1C355E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1" name="Oval 1010"/>
                <p:cNvSpPr/>
                <p:nvPr/>
              </p:nvSpPr>
              <p:spPr>
                <a:xfrm rot="13163100">
                  <a:off x="6795692" y="1741464"/>
                  <a:ext cx="45719" cy="76517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2" name="Rectangle 1011"/>
                <p:cNvSpPr/>
                <p:nvPr/>
              </p:nvSpPr>
              <p:spPr>
                <a:xfrm rot="2285086">
                  <a:off x="6602194" y="1705811"/>
                  <a:ext cx="187246" cy="456471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3" name="Rectangle 1012"/>
                <p:cNvSpPr/>
                <p:nvPr/>
              </p:nvSpPr>
              <p:spPr>
                <a:xfrm rot="7703424">
                  <a:off x="5416657" y="1269928"/>
                  <a:ext cx="187246" cy="250607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11" name="Group 910"/>
            <p:cNvGrpSpPr/>
            <p:nvPr/>
          </p:nvGrpSpPr>
          <p:grpSpPr>
            <a:xfrm>
              <a:off x="2743200" y="914400"/>
              <a:ext cx="3957853" cy="3560432"/>
              <a:chOff x="3291840" y="914400"/>
              <a:chExt cx="3957853" cy="3560432"/>
            </a:xfrm>
            <a:solidFill>
              <a:schemeClr val="bg1"/>
            </a:solidFill>
          </p:grpSpPr>
          <p:grpSp>
            <p:nvGrpSpPr>
              <p:cNvPr id="912" name="Group 911"/>
              <p:cNvGrpSpPr/>
              <p:nvPr/>
            </p:nvGrpSpPr>
            <p:grpSpPr>
              <a:xfrm>
                <a:off x="3291840" y="914400"/>
                <a:ext cx="3957853" cy="3560432"/>
                <a:chOff x="1871981" y="1164537"/>
                <a:chExt cx="3904638" cy="3396895"/>
              </a:xfrm>
              <a:grpFill/>
            </p:grpSpPr>
            <p:sp>
              <p:nvSpPr>
                <p:cNvPr id="914" name="Oval 913"/>
                <p:cNvSpPr/>
                <p:nvPr/>
              </p:nvSpPr>
              <p:spPr>
                <a:xfrm rot="11985287">
                  <a:off x="4926375" y="1840852"/>
                  <a:ext cx="850244" cy="1129653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5" name="Oval 914"/>
                <p:cNvSpPr/>
                <p:nvPr/>
              </p:nvSpPr>
              <p:spPr>
                <a:xfrm rot="7419668">
                  <a:off x="1973452" y="2569599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6" name="Oval 915"/>
                <p:cNvSpPr/>
                <p:nvPr/>
              </p:nvSpPr>
              <p:spPr>
                <a:xfrm rot="9096172">
                  <a:off x="2603525" y="1480054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7" name="Oval 916"/>
                <p:cNvSpPr/>
                <p:nvPr/>
              </p:nvSpPr>
              <p:spPr>
                <a:xfrm rot="10070500">
                  <a:off x="3818981" y="1164537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8" name="Oval 917"/>
                <p:cNvSpPr/>
                <p:nvPr/>
              </p:nvSpPr>
              <p:spPr>
                <a:xfrm rot="2058198">
                  <a:off x="4024524" y="2943692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9" name="Oval 918"/>
                <p:cNvSpPr/>
                <p:nvPr/>
              </p:nvSpPr>
              <p:spPr>
                <a:xfrm rot="6295454">
                  <a:off x="3003909" y="3208273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0" name="Oval 919"/>
                <p:cNvSpPr/>
                <p:nvPr/>
              </p:nvSpPr>
              <p:spPr>
                <a:xfrm>
                  <a:off x="3261152" y="2574461"/>
                  <a:ext cx="1799216" cy="150152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1" name="Oval 920"/>
                <p:cNvSpPr/>
                <p:nvPr/>
              </p:nvSpPr>
              <p:spPr>
                <a:xfrm rot="1431027">
                  <a:off x="3154321" y="2546742"/>
                  <a:ext cx="1266505" cy="1948016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922" name="Oval 921"/>
                <p:cNvSpPr/>
                <p:nvPr/>
              </p:nvSpPr>
              <p:spPr>
                <a:xfrm rot="7834922">
                  <a:off x="4149994" y="2461733"/>
                  <a:ext cx="1068599" cy="1772447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923" name="Oval 922"/>
                <p:cNvSpPr/>
                <p:nvPr/>
              </p:nvSpPr>
              <p:spPr>
                <a:xfrm rot="17937924">
                  <a:off x="4313076" y="3080752"/>
                  <a:ext cx="318428" cy="109587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4" name="Oval 923"/>
                <p:cNvSpPr/>
                <p:nvPr/>
              </p:nvSpPr>
              <p:spPr>
                <a:xfrm>
                  <a:off x="4122106" y="4033340"/>
                  <a:ext cx="506277" cy="110881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5" name="Oval 924"/>
                <p:cNvSpPr/>
                <p:nvPr/>
              </p:nvSpPr>
              <p:spPr>
                <a:xfrm>
                  <a:off x="3610116" y="3988005"/>
                  <a:ext cx="200541" cy="114064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6" name="Oval 925"/>
                <p:cNvSpPr/>
                <p:nvPr/>
              </p:nvSpPr>
              <p:spPr>
                <a:xfrm rot="19195174">
                  <a:off x="4054577" y="4049588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7" name="Oval 926"/>
                <p:cNvSpPr/>
                <p:nvPr/>
              </p:nvSpPr>
              <p:spPr>
                <a:xfrm rot="18103812">
                  <a:off x="3993695" y="4059862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13" name="Oval 912"/>
              <p:cNvSpPr/>
              <p:nvPr/>
            </p:nvSpPr>
            <p:spPr>
              <a:xfrm rot="19763082">
                <a:off x="4882687" y="3827631"/>
                <a:ext cx="970387" cy="58087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0" name="Rectangle 1269"/>
            <p:cNvSpPr/>
            <p:nvPr/>
          </p:nvSpPr>
          <p:spPr>
            <a:xfrm>
              <a:off x="2393361" y="3559783"/>
              <a:ext cx="3036324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ckwell" panose="02060603020205020403" pitchFamily="18" charset="0"/>
                </a:rPr>
                <a:t>Wacky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355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82871" y="1415010"/>
            <a:ext cx="6026258" cy="4027981"/>
            <a:chOff x="2393361" y="914400"/>
            <a:chExt cx="5130652" cy="3568713"/>
          </a:xfrm>
        </p:grpSpPr>
        <p:grpSp>
          <p:nvGrpSpPr>
            <p:cNvPr id="3" name="Group 2"/>
            <p:cNvGrpSpPr/>
            <p:nvPr/>
          </p:nvGrpSpPr>
          <p:grpSpPr>
            <a:xfrm>
              <a:off x="3566160" y="914400"/>
              <a:ext cx="3957853" cy="3560432"/>
              <a:chOff x="3291840" y="914400"/>
              <a:chExt cx="3957853" cy="3560432"/>
            </a:xfrm>
            <a:solidFill>
              <a:schemeClr val="tx1"/>
            </a:solidFill>
          </p:grpSpPr>
          <p:grpSp>
            <p:nvGrpSpPr>
              <p:cNvPr id="634" name="Group 633"/>
              <p:cNvGrpSpPr/>
              <p:nvPr/>
            </p:nvGrpSpPr>
            <p:grpSpPr>
              <a:xfrm>
                <a:off x="3291840" y="914400"/>
                <a:ext cx="3957853" cy="3560432"/>
                <a:chOff x="1871981" y="1164537"/>
                <a:chExt cx="3904638" cy="3396895"/>
              </a:xfrm>
              <a:grpFill/>
            </p:grpSpPr>
            <p:sp>
              <p:nvSpPr>
                <p:cNvPr id="636" name="Oval 635"/>
                <p:cNvSpPr/>
                <p:nvPr/>
              </p:nvSpPr>
              <p:spPr>
                <a:xfrm rot="7834922">
                  <a:off x="4149994" y="2461733"/>
                  <a:ext cx="1068599" cy="1772447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637" name="Oval 636"/>
                <p:cNvSpPr/>
                <p:nvPr/>
              </p:nvSpPr>
              <p:spPr>
                <a:xfrm rot="17937924">
                  <a:off x="4313076" y="3080752"/>
                  <a:ext cx="318428" cy="109587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8" name="Oval 637"/>
                <p:cNvSpPr/>
                <p:nvPr/>
              </p:nvSpPr>
              <p:spPr>
                <a:xfrm rot="11985287">
                  <a:off x="4926375" y="1840852"/>
                  <a:ext cx="850244" cy="1129653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9" name="Oval 638"/>
                <p:cNvSpPr/>
                <p:nvPr/>
              </p:nvSpPr>
              <p:spPr>
                <a:xfrm rot="7419668">
                  <a:off x="1973452" y="2569599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0" name="Oval 639"/>
                <p:cNvSpPr/>
                <p:nvPr/>
              </p:nvSpPr>
              <p:spPr>
                <a:xfrm rot="9096172">
                  <a:off x="2603525" y="1480054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1" name="Oval 640"/>
                <p:cNvSpPr/>
                <p:nvPr/>
              </p:nvSpPr>
              <p:spPr>
                <a:xfrm rot="10070500">
                  <a:off x="3818981" y="1164537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2" name="Oval 641"/>
                <p:cNvSpPr/>
                <p:nvPr/>
              </p:nvSpPr>
              <p:spPr>
                <a:xfrm rot="2058198">
                  <a:off x="4024524" y="2943692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3" name="Oval 642"/>
                <p:cNvSpPr/>
                <p:nvPr/>
              </p:nvSpPr>
              <p:spPr>
                <a:xfrm rot="6295454">
                  <a:off x="3003909" y="3208273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4" name="Oval 643"/>
                <p:cNvSpPr/>
                <p:nvPr/>
              </p:nvSpPr>
              <p:spPr>
                <a:xfrm>
                  <a:off x="3261152" y="2574461"/>
                  <a:ext cx="1799216" cy="150152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5" name="Oval 644"/>
                <p:cNvSpPr/>
                <p:nvPr/>
              </p:nvSpPr>
              <p:spPr>
                <a:xfrm rot="1431027">
                  <a:off x="3154321" y="2546742"/>
                  <a:ext cx="1266505" cy="1948016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646" name="Oval 645"/>
                <p:cNvSpPr/>
                <p:nvPr/>
              </p:nvSpPr>
              <p:spPr>
                <a:xfrm>
                  <a:off x="4122106" y="4033340"/>
                  <a:ext cx="506277" cy="110881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7" name="Oval 646"/>
                <p:cNvSpPr/>
                <p:nvPr/>
              </p:nvSpPr>
              <p:spPr>
                <a:xfrm>
                  <a:off x="3610116" y="3988005"/>
                  <a:ext cx="200541" cy="114064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8" name="Oval 647"/>
                <p:cNvSpPr/>
                <p:nvPr/>
              </p:nvSpPr>
              <p:spPr>
                <a:xfrm rot="19195174">
                  <a:off x="4054577" y="4049588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9" name="Oval 648"/>
                <p:cNvSpPr/>
                <p:nvPr/>
              </p:nvSpPr>
              <p:spPr>
                <a:xfrm rot="18103812">
                  <a:off x="3993695" y="4059862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35" name="Oval 634"/>
              <p:cNvSpPr/>
              <p:nvPr/>
            </p:nvSpPr>
            <p:spPr>
              <a:xfrm rot="19763082">
                <a:off x="4882687" y="3827631"/>
                <a:ext cx="970387" cy="580874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3291840" y="914400"/>
              <a:ext cx="3957853" cy="3560432"/>
              <a:chOff x="3291840" y="914400"/>
              <a:chExt cx="3957853" cy="3560432"/>
            </a:xfrm>
          </p:grpSpPr>
          <p:grpSp>
            <p:nvGrpSpPr>
              <p:cNvPr id="618" name="Group 617"/>
              <p:cNvGrpSpPr/>
              <p:nvPr/>
            </p:nvGrpSpPr>
            <p:grpSpPr>
              <a:xfrm>
                <a:off x="3291840" y="914400"/>
                <a:ext cx="3957853" cy="3560432"/>
                <a:chOff x="1871981" y="1164537"/>
                <a:chExt cx="3904638" cy="3396895"/>
              </a:xfrm>
              <a:solidFill>
                <a:srgbClr val="1C355E"/>
              </a:solidFill>
            </p:grpSpPr>
            <p:sp>
              <p:nvSpPr>
                <p:cNvPr id="620" name="Oval 619"/>
                <p:cNvSpPr/>
                <p:nvPr/>
              </p:nvSpPr>
              <p:spPr>
                <a:xfrm rot="11985287">
                  <a:off x="4926375" y="1840852"/>
                  <a:ext cx="850244" cy="112965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1" name="Oval 620"/>
                <p:cNvSpPr/>
                <p:nvPr/>
              </p:nvSpPr>
              <p:spPr>
                <a:xfrm rot="7419668">
                  <a:off x="1973452" y="2569599"/>
                  <a:ext cx="1008327" cy="1211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2" name="Oval 621"/>
                <p:cNvSpPr/>
                <p:nvPr/>
              </p:nvSpPr>
              <p:spPr>
                <a:xfrm rot="9096172">
                  <a:off x="2603525" y="1480054"/>
                  <a:ext cx="1008327" cy="1211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3" name="Oval 622"/>
                <p:cNvSpPr/>
                <p:nvPr/>
              </p:nvSpPr>
              <p:spPr>
                <a:xfrm rot="10070500">
                  <a:off x="3818981" y="1164537"/>
                  <a:ext cx="1008327" cy="1211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4" name="Oval 623"/>
                <p:cNvSpPr/>
                <p:nvPr/>
              </p:nvSpPr>
              <p:spPr>
                <a:xfrm rot="2058198">
                  <a:off x="4024524" y="2943692"/>
                  <a:ext cx="1454495" cy="125182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5" name="Oval 624"/>
                <p:cNvSpPr/>
                <p:nvPr/>
              </p:nvSpPr>
              <p:spPr>
                <a:xfrm rot="6295454">
                  <a:off x="3003909" y="3208273"/>
                  <a:ext cx="1454495" cy="125182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6" name="Oval 625"/>
                <p:cNvSpPr/>
                <p:nvPr/>
              </p:nvSpPr>
              <p:spPr>
                <a:xfrm>
                  <a:off x="3261152" y="2574461"/>
                  <a:ext cx="1799216" cy="150152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7" name="Oval 626"/>
                <p:cNvSpPr/>
                <p:nvPr/>
              </p:nvSpPr>
              <p:spPr>
                <a:xfrm rot="1431027">
                  <a:off x="3154321" y="2546742"/>
                  <a:ext cx="1266505" cy="194801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628" name="Oval 627"/>
                <p:cNvSpPr/>
                <p:nvPr/>
              </p:nvSpPr>
              <p:spPr>
                <a:xfrm rot="7834922">
                  <a:off x="4149994" y="2461733"/>
                  <a:ext cx="1068599" cy="177244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629" name="Oval 628"/>
                <p:cNvSpPr/>
                <p:nvPr/>
              </p:nvSpPr>
              <p:spPr>
                <a:xfrm rot="17937924">
                  <a:off x="4313076" y="3080752"/>
                  <a:ext cx="318428" cy="109587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0" name="Oval 629"/>
                <p:cNvSpPr/>
                <p:nvPr/>
              </p:nvSpPr>
              <p:spPr>
                <a:xfrm>
                  <a:off x="4122106" y="4033340"/>
                  <a:ext cx="506277" cy="11088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1" name="Oval 630"/>
                <p:cNvSpPr/>
                <p:nvPr/>
              </p:nvSpPr>
              <p:spPr>
                <a:xfrm>
                  <a:off x="3610116" y="3988005"/>
                  <a:ext cx="200541" cy="1140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2" name="Oval 631"/>
                <p:cNvSpPr/>
                <p:nvPr/>
              </p:nvSpPr>
              <p:spPr>
                <a:xfrm rot="19195174">
                  <a:off x="4054577" y="4049588"/>
                  <a:ext cx="532143" cy="12329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3" name="Oval 632"/>
                <p:cNvSpPr/>
                <p:nvPr/>
              </p:nvSpPr>
              <p:spPr>
                <a:xfrm rot="18103812">
                  <a:off x="3993695" y="4059862"/>
                  <a:ext cx="532143" cy="12329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19" name="Oval 618"/>
              <p:cNvSpPr/>
              <p:nvPr/>
            </p:nvSpPr>
            <p:spPr>
              <a:xfrm rot="19763082">
                <a:off x="4882687" y="3827631"/>
                <a:ext cx="970387" cy="580874"/>
              </a:xfrm>
              <a:prstGeom prst="ellipse">
                <a:avLst/>
              </a:prstGeom>
              <a:solidFill>
                <a:srgbClr val="1C355E"/>
              </a:solidFill>
              <a:ln>
                <a:solidFill>
                  <a:srgbClr val="1C35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420704" y="991697"/>
              <a:ext cx="3816257" cy="3041915"/>
              <a:chOff x="3398365" y="994489"/>
              <a:chExt cx="3816257" cy="3041915"/>
            </a:xfrm>
          </p:grpSpPr>
          <p:grpSp>
            <p:nvGrpSpPr>
              <p:cNvPr id="330" name="Group 329"/>
              <p:cNvGrpSpPr/>
              <p:nvPr/>
            </p:nvGrpSpPr>
            <p:grpSpPr>
              <a:xfrm rot="13163100">
                <a:off x="6291496" y="1762356"/>
                <a:ext cx="923126" cy="769440"/>
                <a:chOff x="5932730" y="3264990"/>
                <a:chExt cx="923126" cy="769440"/>
              </a:xfrm>
            </p:grpSpPr>
            <p:cxnSp>
              <p:nvCxnSpPr>
                <p:cNvPr id="570" name="Straight Connector 569"/>
                <p:cNvCxnSpPr/>
                <p:nvPr/>
              </p:nvCxnSpPr>
              <p:spPr>
                <a:xfrm rot="8436900" flipH="1" flipV="1">
                  <a:off x="6208694" y="3836165"/>
                  <a:ext cx="238942" cy="198265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71" name="Group 570"/>
                <p:cNvGrpSpPr/>
                <p:nvPr/>
              </p:nvGrpSpPr>
              <p:grpSpPr>
                <a:xfrm>
                  <a:off x="5932730" y="3264990"/>
                  <a:ext cx="512824" cy="601556"/>
                  <a:chOff x="5933462" y="3263452"/>
                  <a:chExt cx="512824" cy="601556"/>
                </a:xfrm>
              </p:grpSpPr>
              <p:sp>
                <p:nvSpPr>
                  <p:cNvPr id="590" name="Oval 589"/>
                  <p:cNvSpPr/>
                  <p:nvPr/>
                </p:nvSpPr>
                <p:spPr>
                  <a:xfrm>
                    <a:off x="5933462" y="3770938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591" name="Group 590"/>
                  <p:cNvGrpSpPr/>
                  <p:nvPr/>
                </p:nvGrpSpPr>
                <p:grpSpPr>
                  <a:xfrm>
                    <a:off x="5951917" y="3263452"/>
                    <a:ext cx="494369" cy="601556"/>
                    <a:chOff x="5951917" y="3263452"/>
                    <a:chExt cx="494369" cy="601556"/>
                  </a:xfrm>
                </p:grpSpPr>
                <p:sp>
                  <p:nvSpPr>
                    <p:cNvPr id="592" name="Oval 591"/>
                    <p:cNvSpPr/>
                    <p:nvPr/>
                  </p:nvSpPr>
                  <p:spPr>
                    <a:xfrm>
                      <a:off x="6050146" y="3704266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593" name="Group 592"/>
                    <p:cNvGrpSpPr/>
                    <p:nvPr/>
                  </p:nvGrpSpPr>
                  <p:grpSpPr>
                    <a:xfrm>
                      <a:off x="6098356" y="3771289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616" name="Oval 615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17" name="Oval 616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594" name="Group 593"/>
                    <p:cNvGrpSpPr/>
                    <p:nvPr/>
                  </p:nvGrpSpPr>
                  <p:grpSpPr>
                    <a:xfrm>
                      <a:off x="5984192" y="3819288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614" name="Oval 613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15" name="Oval 614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595" name="Group 594"/>
                    <p:cNvGrpSpPr/>
                    <p:nvPr/>
                  </p:nvGrpSpPr>
                  <p:grpSpPr>
                    <a:xfrm>
                      <a:off x="5951917" y="3263452"/>
                      <a:ext cx="494369" cy="552593"/>
                      <a:chOff x="5951917" y="3263452"/>
                      <a:chExt cx="494369" cy="552593"/>
                    </a:xfrm>
                  </p:grpSpPr>
                  <p:grpSp>
                    <p:nvGrpSpPr>
                      <p:cNvPr id="596" name="Group 595"/>
                      <p:cNvGrpSpPr/>
                      <p:nvPr/>
                    </p:nvGrpSpPr>
                    <p:grpSpPr>
                      <a:xfrm>
                        <a:off x="6118287" y="3268216"/>
                        <a:ext cx="267674" cy="510385"/>
                        <a:chOff x="6084376" y="3386435"/>
                        <a:chExt cx="267674" cy="510385"/>
                      </a:xfrm>
                    </p:grpSpPr>
                    <p:cxnSp>
                      <p:nvCxnSpPr>
                        <p:cNvPr id="612" name="Straight Connector 611"/>
                        <p:cNvCxnSpPr/>
                        <p:nvPr/>
                      </p:nvCxnSpPr>
                      <p:spPr>
                        <a:xfrm flipH="1">
                          <a:off x="6084376" y="3386435"/>
                          <a:ext cx="267674" cy="305980"/>
                        </a:xfrm>
                        <a:prstGeom prst="line">
                          <a:avLst/>
                        </a:prstGeom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13" name="Straight Connector 612"/>
                        <p:cNvCxnSpPr/>
                        <p:nvPr/>
                      </p:nvCxnSpPr>
                      <p:spPr>
                        <a:xfrm>
                          <a:off x="6084376" y="3692415"/>
                          <a:ext cx="0" cy="204405"/>
                        </a:xfrm>
                        <a:prstGeom prst="line">
                          <a:avLst/>
                        </a:prstGeom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597" name="Group 596"/>
                      <p:cNvGrpSpPr/>
                      <p:nvPr/>
                    </p:nvGrpSpPr>
                    <p:grpSpPr>
                      <a:xfrm>
                        <a:off x="5951917" y="3263452"/>
                        <a:ext cx="494369" cy="552593"/>
                        <a:chOff x="5951917" y="3263452"/>
                        <a:chExt cx="494369" cy="552593"/>
                      </a:xfrm>
                    </p:grpSpPr>
                    <p:grpSp>
                      <p:nvGrpSpPr>
                        <p:cNvPr id="598" name="Group 597"/>
                        <p:cNvGrpSpPr/>
                        <p:nvPr/>
                      </p:nvGrpSpPr>
                      <p:grpSpPr>
                        <a:xfrm>
                          <a:off x="5951917" y="3263452"/>
                          <a:ext cx="381657" cy="552593"/>
                          <a:chOff x="5951917" y="3263452"/>
                          <a:chExt cx="381657" cy="552593"/>
                        </a:xfrm>
                      </p:grpSpPr>
                      <p:grpSp>
                        <p:nvGrpSpPr>
                          <p:cNvPr id="602" name="Group 601"/>
                          <p:cNvGrpSpPr/>
                          <p:nvPr/>
                        </p:nvGrpSpPr>
                        <p:grpSpPr>
                          <a:xfrm>
                            <a:off x="6065900" y="3263453"/>
                            <a:ext cx="267674" cy="449119"/>
                            <a:chOff x="6084376" y="3386435"/>
                            <a:chExt cx="267674" cy="449119"/>
                          </a:xfrm>
                        </p:grpSpPr>
                        <p:cxnSp>
                          <p:nvCxnSpPr>
                            <p:cNvPr id="610" name="Straight Connector 609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611" name="Straight Connector 610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143139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603" name="Group 602"/>
                          <p:cNvGrpSpPr/>
                          <p:nvPr/>
                        </p:nvGrpSpPr>
                        <p:grpSpPr>
                          <a:xfrm>
                            <a:off x="5951917" y="3263452"/>
                            <a:ext cx="324500" cy="552593"/>
                            <a:chOff x="5951917" y="3263452"/>
                            <a:chExt cx="324500" cy="552593"/>
                          </a:xfrm>
                        </p:grpSpPr>
                        <p:grpSp>
                          <p:nvGrpSpPr>
                            <p:cNvPr id="604" name="Group 603"/>
                            <p:cNvGrpSpPr/>
                            <p:nvPr/>
                          </p:nvGrpSpPr>
                          <p:grpSpPr>
                            <a:xfrm>
                              <a:off x="6008743" y="3263452"/>
                              <a:ext cx="267674" cy="552593"/>
                              <a:chOff x="6084376" y="3386435"/>
                              <a:chExt cx="267674" cy="552593"/>
                            </a:xfrm>
                          </p:grpSpPr>
                          <p:cxnSp>
                            <p:nvCxnSpPr>
                              <p:cNvPr id="608" name="Straight Connector 607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609" name="Straight Connector 608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2631" cy="246613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605" name="Group 604"/>
                            <p:cNvGrpSpPr/>
                            <p:nvPr/>
                          </p:nvGrpSpPr>
                          <p:grpSpPr>
                            <a:xfrm>
                              <a:off x="5951917" y="3268851"/>
                              <a:ext cx="267674" cy="510385"/>
                              <a:chOff x="6084376" y="3386435"/>
                              <a:chExt cx="267674" cy="510385"/>
                            </a:xfrm>
                          </p:grpSpPr>
                          <p:cxnSp>
                            <p:nvCxnSpPr>
                              <p:cNvPr id="606" name="Straight Connector 605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607" name="Straight Connector 606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204405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599" name="Group 598"/>
                        <p:cNvGrpSpPr/>
                        <p:nvPr/>
                      </p:nvGrpSpPr>
                      <p:grpSpPr>
                        <a:xfrm>
                          <a:off x="6178612" y="3290441"/>
                          <a:ext cx="267674" cy="386209"/>
                          <a:chOff x="6084376" y="3386435"/>
                          <a:chExt cx="267674" cy="386209"/>
                        </a:xfrm>
                      </p:grpSpPr>
                      <p:cxnSp>
                        <p:nvCxnSpPr>
                          <p:cNvPr id="600" name="Straight Connector 599"/>
                          <p:cNvCxnSpPr/>
                          <p:nvPr/>
                        </p:nvCxnSpPr>
                        <p:spPr>
                          <a:xfrm flipH="1">
                            <a:off x="6084376" y="3386435"/>
                            <a:ext cx="267674" cy="30598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601" name="Straight Connector 600"/>
                          <p:cNvCxnSpPr/>
                          <p:nvPr/>
                        </p:nvCxnSpPr>
                        <p:spPr>
                          <a:xfrm>
                            <a:off x="6084376" y="3692415"/>
                            <a:ext cx="0" cy="80229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</p:grpSp>
              </p:grpSp>
            </p:grpSp>
            <p:grpSp>
              <p:nvGrpSpPr>
                <p:cNvPr id="572" name="Group 571"/>
                <p:cNvGrpSpPr/>
                <p:nvPr/>
              </p:nvGrpSpPr>
              <p:grpSpPr>
                <a:xfrm>
                  <a:off x="6178612" y="3676650"/>
                  <a:ext cx="323788" cy="100692"/>
                  <a:chOff x="6178612" y="3676650"/>
                  <a:chExt cx="323788" cy="100692"/>
                </a:xfrm>
              </p:grpSpPr>
              <p:cxnSp>
                <p:nvCxnSpPr>
                  <p:cNvPr id="588" name="Straight Connector 587"/>
                  <p:cNvCxnSpPr/>
                  <p:nvPr/>
                </p:nvCxnSpPr>
                <p:spPr>
                  <a:xfrm>
                    <a:off x="6178612" y="3676650"/>
                    <a:ext cx="66570" cy="100692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9" name="Straight Connector 588"/>
                  <p:cNvCxnSpPr/>
                  <p:nvPr/>
                </p:nvCxnSpPr>
                <p:spPr>
                  <a:xfrm>
                    <a:off x="6241843" y="3777342"/>
                    <a:ext cx="260557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73" name="Straight Connector 572"/>
                <p:cNvCxnSpPr/>
                <p:nvPr/>
              </p:nvCxnSpPr>
              <p:spPr>
                <a:xfrm>
                  <a:off x="6204492" y="3836059"/>
                  <a:ext cx="330215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/>
                <p:cNvCxnSpPr/>
                <p:nvPr/>
              </p:nvCxnSpPr>
              <p:spPr>
                <a:xfrm>
                  <a:off x="6229892" y="3883685"/>
                  <a:ext cx="330215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75" name="Group 574"/>
                <p:cNvGrpSpPr/>
                <p:nvPr/>
              </p:nvGrpSpPr>
              <p:grpSpPr>
                <a:xfrm>
                  <a:off x="6271167" y="3980851"/>
                  <a:ext cx="330215" cy="10190"/>
                  <a:chOff x="6204492" y="3831626"/>
                  <a:chExt cx="330215" cy="10190"/>
                </a:xfrm>
              </p:grpSpPr>
              <p:cxnSp>
                <p:nvCxnSpPr>
                  <p:cNvPr id="586" name="Straight Connector 585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7" name="Straight Connector 586"/>
                  <p:cNvCxnSpPr/>
                  <p:nvPr/>
                </p:nvCxnSpPr>
                <p:spPr>
                  <a:xfrm rot="8436900">
                    <a:off x="6522558" y="3831626"/>
                    <a:ext cx="9557" cy="1019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76" name="Group 575"/>
                <p:cNvGrpSpPr/>
                <p:nvPr/>
              </p:nvGrpSpPr>
              <p:grpSpPr>
                <a:xfrm>
                  <a:off x="6165950" y="3808156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584" name="Oval 583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5" name="Oval 584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577" name="Oval 576"/>
                <p:cNvSpPr/>
                <p:nvPr/>
              </p:nvSpPr>
              <p:spPr>
                <a:xfrm>
                  <a:off x="6229528" y="3871723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8" name="Oval 577"/>
                <p:cNvSpPr/>
                <p:nvPr/>
              </p:nvSpPr>
              <p:spPr>
                <a:xfrm>
                  <a:off x="6250961" y="3976502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79" name="Group 578"/>
                <p:cNvGrpSpPr/>
                <p:nvPr/>
              </p:nvGrpSpPr>
              <p:grpSpPr>
                <a:xfrm>
                  <a:off x="6127848" y="3917691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582" name="Oval 581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3" name="Oval 582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580" name="Straight Connector 579"/>
                <p:cNvCxnSpPr/>
                <p:nvPr/>
              </p:nvCxnSpPr>
              <p:spPr>
                <a:xfrm>
                  <a:off x="6855856" y="3774043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Straight Connector 580"/>
                <p:cNvCxnSpPr/>
                <p:nvPr/>
              </p:nvCxnSpPr>
              <p:spPr>
                <a:xfrm>
                  <a:off x="6855856" y="3774043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1" name="Group 330"/>
              <p:cNvGrpSpPr/>
              <p:nvPr/>
            </p:nvGrpSpPr>
            <p:grpSpPr>
              <a:xfrm>
                <a:off x="3398365" y="994489"/>
                <a:ext cx="3443046" cy="3041915"/>
                <a:chOff x="3398365" y="994489"/>
                <a:chExt cx="3443046" cy="3041915"/>
              </a:xfrm>
            </p:grpSpPr>
            <p:grpSp>
              <p:nvGrpSpPr>
                <p:cNvPr id="332" name="Group 331"/>
                <p:cNvGrpSpPr/>
                <p:nvPr/>
              </p:nvGrpSpPr>
              <p:grpSpPr>
                <a:xfrm>
                  <a:off x="5849546" y="2698371"/>
                  <a:ext cx="963932" cy="1338033"/>
                  <a:chOff x="5932730" y="2665901"/>
                  <a:chExt cx="963932" cy="1338033"/>
                </a:xfrm>
              </p:grpSpPr>
              <p:grpSp>
                <p:nvGrpSpPr>
                  <p:cNvPr id="482" name="Group 481"/>
                  <p:cNvGrpSpPr/>
                  <p:nvPr/>
                </p:nvGrpSpPr>
                <p:grpSpPr>
                  <a:xfrm>
                    <a:off x="6383524" y="3508645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568" name="Oval 567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9" name="Oval 568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83" name="Group 482"/>
                  <p:cNvGrpSpPr/>
                  <p:nvPr/>
                </p:nvGrpSpPr>
                <p:grpSpPr>
                  <a:xfrm>
                    <a:off x="5932730" y="2665901"/>
                    <a:ext cx="525119" cy="1200645"/>
                    <a:chOff x="5933462" y="2664363"/>
                    <a:chExt cx="525119" cy="1200645"/>
                  </a:xfrm>
                </p:grpSpPr>
                <p:sp>
                  <p:nvSpPr>
                    <p:cNvPr id="525" name="Oval 524"/>
                    <p:cNvSpPr/>
                    <p:nvPr/>
                  </p:nvSpPr>
                  <p:spPr>
                    <a:xfrm>
                      <a:off x="5933462" y="3770938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526" name="Group 525"/>
                    <p:cNvGrpSpPr/>
                    <p:nvPr/>
                  </p:nvGrpSpPr>
                  <p:grpSpPr>
                    <a:xfrm>
                      <a:off x="5951917" y="2664363"/>
                      <a:ext cx="506664" cy="1200645"/>
                      <a:chOff x="5951917" y="2664363"/>
                      <a:chExt cx="506664" cy="1200645"/>
                    </a:xfrm>
                  </p:grpSpPr>
                  <p:sp>
                    <p:nvSpPr>
                      <p:cNvPr id="527" name="Oval 526"/>
                      <p:cNvSpPr/>
                      <p:nvPr/>
                    </p:nvSpPr>
                    <p:spPr>
                      <a:xfrm>
                        <a:off x="6050146" y="3704266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528" name="Group 527"/>
                      <p:cNvGrpSpPr/>
                      <p:nvPr/>
                    </p:nvGrpSpPr>
                    <p:grpSpPr>
                      <a:xfrm>
                        <a:off x="6098356" y="3771289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566" name="Oval 565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67" name="Oval 566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29" name="Group 528"/>
                      <p:cNvGrpSpPr/>
                      <p:nvPr/>
                    </p:nvGrpSpPr>
                    <p:grpSpPr>
                      <a:xfrm>
                        <a:off x="5984192" y="3819288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564" name="Oval 563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65" name="Oval 564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30" name="Group 529"/>
                      <p:cNvGrpSpPr/>
                      <p:nvPr/>
                    </p:nvGrpSpPr>
                    <p:grpSpPr>
                      <a:xfrm>
                        <a:off x="5951917" y="2664363"/>
                        <a:ext cx="506664" cy="1151682"/>
                        <a:chOff x="5951917" y="2664363"/>
                        <a:chExt cx="506664" cy="1151682"/>
                      </a:xfrm>
                    </p:grpSpPr>
                    <p:grpSp>
                      <p:nvGrpSpPr>
                        <p:cNvPr id="531" name="Group 530"/>
                        <p:cNvGrpSpPr/>
                        <p:nvPr/>
                      </p:nvGrpSpPr>
                      <p:grpSpPr>
                        <a:xfrm>
                          <a:off x="5951917" y="2698138"/>
                          <a:ext cx="494369" cy="1117907"/>
                          <a:chOff x="5951917" y="2698138"/>
                          <a:chExt cx="494369" cy="1117907"/>
                        </a:xfrm>
                      </p:grpSpPr>
                      <p:grpSp>
                        <p:nvGrpSpPr>
                          <p:cNvPr id="541" name="Group 540"/>
                          <p:cNvGrpSpPr/>
                          <p:nvPr/>
                        </p:nvGrpSpPr>
                        <p:grpSpPr>
                          <a:xfrm>
                            <a:off x="6118287" y="2843692"/>
                            <a:ext cx="267674" cy="934909"/>
                            <a:chOff x="6084376" y="2961911"/>
                            <a:chExt cx="267674" cy="934909"/>
                          </a:xfrm>
                        </p:grpSpPr>
                        <p:cxnSp>
                          <p:nvCxnSpPr>
                            <p:cNvPr id="561" name="Straight Connector 560"/>
                            <p:cNvCxnSpPr/>
                            <p:nvPr/>
                          </p:nvCxnSpPr>
                          <p:spPr>
                            <a:xfrm>
                              <a:off x="6351467" y="2961911"/>
                              <a:ext cx="0" cy="422137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62" name="Straight Connector 561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63" name="Straight Connector 562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204405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542" name="Group 541"/>
                          <p:cNvGrpSpPr/>
                          <p:nvPr/>
                        </p:nvGrpSpPr>
                        <p:grpSpPr>
                          <a:xfrm>
                            <a:off x="5951917" y="2698138"/>
                            <a:ext cx="494369" cy="1117907"/>
                            <a:chOff x="5951917" y="2698138"/>
                            <a:chExt cx="494369" cy="1117907"/>
                          </a:xfrm>
                        </p:grpSpPr>
                        <p:grpSp>
                          <p:nvGrpSpPr>
                            <p:cNvPr id="543" name="Group 542"/>
                            <p:cNvGrpSpPr/>
                            <p:nvPr/>
                          </p:nvGrpSpPr>
                          <p:grpSpPr>
                            <a:xfrm>
                              <a:off x="5951917" y="2698138"/>
                              <a:ext cx="381657" cy="1117907"/>
                              <a:chOff x="5951917" y="2698138"/>
                              <a:chExt cx="381657" cy="1117907"/>
                            </a:xfrm>
                          </p:grpSpPr>
                          <p:grpSp>
                            <p:nvGrpSpPr>
                              <p:cNvPr id="548" name="Group 547"/>
                              <p:cNvGrpSpPr/>
                              <p:nvPr/>
                            </p:nvGrpSpPr>
                            <p:grpSpPr>
                              <a:xfrm>
                                <a:off x="6065900" y="2698138"/>
                                <a:ext cx="267674" cy="1014434"/>
                                <a:chOff x="6084376" y="2821120"/>
                                <a:chExt cx="267674" cy="1014434"/>
                              </a:xfrm>
                            </p:grpSpPr>
                            <p:cxnSp>
                              <p:nvCxnSpPr>
                                <p:cNvPr id="558" name="Straight Connector 557"/>
                                <p:cNvCxnSpPr/>
                                <p:nvPr/>
                              </p:nvCxnSpPr>
                              <p:spPr>
                                <a:xfrm>
                                  <a:off x="6351467" y="2821120"/>
                                  <a:ext cx="0" cy="562928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559" name="Straight Connector 558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560" name="Straight Connector 559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0" cy="143139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549" name="Group 548"/>
                              <p:cNvGrpSpPr/>
                              <p:nvPr/>
                            </p:nvGrpSpPr>
                            <p:grpSpPr>
                              <a:xfrm>
                                <a:off x="5951917" y="2703536"/>
                                <a:ext cx="324500" cy="1112509"/>
                                <a:chOff x="5951917" y="2703536"/>
                                <a:chExt cx="324500" cy="1112509"/>
                              </a:xfrm>
                            </p:grpSpPr>
                            <p:grpSp>
                              <p:nvGrpSpPr>
                                <p:cNvPr id="550" name="Group 549"/>
                                <p:cNvGrpSpPr/>
                                <p:nvPr/>
                              </p:nvGrpSpPr>
                              <p:grpSpPr>
                                <a:xfrm>
                                  <a:off x="6008743" y="2821120"/>
                                  <a:ext cx="267674" cy="994925"/>
                                  <a:chOff x="6084376" y="2944103"/>
                                  <a:chExt cx="267674" cy="994925"/>
                                </a:xfrm>
                              </p:grpSpPr>
                              <p:cxnSp>
                                <p:nvCxnSpPr>
                                  <p:cNvPr id="555" name="Straight Connector 554"/>
                                  <p:cNvCxnSpPr/>
                                  <p:nvPr/>
                                </p:nvCxnSpPr>
                                <p:spPr>
                                  <a:xfrm>
                                    <a:off x="6351467" y="2944103"/>
                                    <a:ext cx="0" cy="439945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556" name="Straight Connector 555"/>
                                  <p:cNvCxnSpPr/>
                                  <p:nvPr/>
                                </p:nvCxnSpPr>
                                <p:spPr>
                                  <a:xfrm flipH="1">
                                    <a:off x="6084376" y="3386435"/>
                                    <a:ext cx="267674" cy="305980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557" name="Straight Connector 556"/>
                                  <p:cNvCxnSpPr/>
                                  <p:nvPr/>
                                </p:nvCxnSpPr>
                                <p:spPr>
                                  <a:xfrm>
                                    <a:off x="6084376" y="3692415"/>
                                    <a:ext cx="2631" cy="246613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  <p:grpSp>
                              <p:nvGrpSpPr>
                                <p:cNvPr id="551" name="Group 550"/>
                                <p:cNvGrpSpPr/>
                                <p:nvPr/>
                              </p:nvGrpSpPr>
                              <p:grpSpPr>
                                <a:xfrm>
                                  <a:off x="5951917" y="2703536"/>
                                  <a:ext cx="267674" cy="1075700"/>
                                  <a:chOff x="6084376" y="2821120"/>
                                  <a:chExt cx="267674" cy="1075700"/>
                                </a:xfrm>
                              </p:grpSpPr>
                              <p:cxnSp>
                                <p:nvCxnSpPr>
                                  <p:cNvPr id="552" name="Straight Connector 551"/>
                                  <p:cNvCxnSpPr/>
                                  <p:nvPr/>
                                </p:nvCxnSpPr>
                                <p:spPr>
                                  <a:xfrm>
                                    <a:off x="6351467" y="2821120"/>
                                    <a:ext cx="0" cy="562928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553" name="Straight Connector 552"/>
                                  <p:cNvCxnSpPr/>
                                  <p:nvPr/>
                                </p:nvCxnSpPr>
                                <p:spPr>
                                  <a:xfrm flipH="1">
                                    <a:off x="6084376" y="3386435"/>
                                    <a:ext cx="267674" cy="305980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554" name="Straight Connector 553"/>
                                  <p:cNvCxnSpPr/>
                                  <p:nvPr/>
                                </p:nvCxnSpPr>
                                <p:spPr>
                                  <a:xfrm>
                                    <a:off x="6084376" y="3692415"/>
                                    <a:ext cx="0" cy="204405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00B0F0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</p:grpSp>
                        </p:grpSp>
                        <p:grpSp>
                          <p:nvGrpSpPr>
                            <p:cNvPr id="544" name="Group 543"/>
                            <p:cNvGrpSpPr/>
                            <p:nvPr/>
                          </p:nvGrpSpPr>
                          <p:grpSpPr>
                            <a:xfrm>
                              <a:off x="6178612" y="2725126"/>
                              <a:ext cx="267674" cy="951524"/>
                              <a:chOff x="6084376" y="2821120"/>
                              <a:chExt cx="267674" cy="951524"/>
                            </a:xfrm>
                          </p:grpSpPr>
                          <p:cxnSp>
                            <p:nvCxnSpPr>
                              <p:cNvPr id="545" name="Straight Connector 544"/>
                              <p:cNvCxnSpPr/>
                              <p:nvPr/>
                            </p:nvCxnSpPr>
                            <p:spPr>
                              <a:xfrm>
                                <a:off x="6351467" y="2821120"/>
                                <a:ext cx="0" cy="562928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546" name="Straight Connector 545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547" name="Straight Connector 546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80229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532" name="Group 531"/>
                        <p:cNvGrpSpPr/>
                        <p:nvPr/>
                      </p:nvGrpSpPr>
                      <p:grpSpPr>
                        <a:xfrm>
                          <a:off x="6196123" y="2666744"/>
                          <a:ext cx="45720" cy="45720"/>
                          <a:chOff x="5652784" y="2816442"/>
                          <a:chExt cx="82296" cy="82296"/>
                        </a:xfrm>
                      </p:grpSpPr>
                      <p:sp>
                        <p:nvSpPr>
                          <p:cNvPr id="539" name="Oval 538"/>
                          <p:cNvSpPr/>
                          <p:nvPr/>
                        </p:nvSpPr>
                        <p:spPr>
                          <a:xfrm>
                            <a:off x="5652784" y="2816442"/>
                            <a:ext cx="82296" cy="82296"/>
                          </a:xfrm>
                          <a:prstGeom prst="ellipse">
                            <a:avLst/>
                          </a:prstGeom>
                          <a:solidFill>
                            <a:srgbClr val="00B0F0"/>
                          </a:solidFill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540" name="Oval 539"/>
                          <p:cNvSpPr/>
                          <p:nvPr/>
                        </p:nvSpPr>
                        <p:spPr>
                          <a:xfrm flipH="1">
                            <a:off x="5680421" y="2843692"/>
                            <a:ext cx="27432" cy="27432"/>
                          </a:xfrm>
                          <a:prstGeom prst="ellipse">
                            <a:avLst/>
                          </a:prstGeom>
                          <a:solidFill>
                            <a:srgbClr val="1C355E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533" name="Oval 532"/>
                        <p:cNvSpPr/>
                        <p:nvPr/>
                      </p:nvSpPr>
                      <p:spPr>
                        <a:xfrm>
                          <a:off x="6262080" y="280016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grpSp>
                      <p:nvGrpSpPr>
                        <p:cNvPr id="534" name="Group 533"/>
                        <p:cNvGrpSpPr/>
                        <p:nvPr/>
                      </p:nvGrpSpPr>
                      <p:grpSpPr>
                        <a:xfrm>
                          <a:off x="6310425" y="2664363"/>
                          <a:ext cx="45720" cy="45720"/>
                          <a:chOff x="5652784" y="2816442"/>
                          <a:chExt cx="82296" cy="82296"/>
                        </a:xfrm>
                      </p:grpSpPr>
                      <p:sp>
                        <p:nvSpPr>
                          <p:cNvPr id="537" name="Oval 536"/>
                          <p:cNvSpPr/>
                          <p:nvPr/>
                        </p:nvSpPr>
                        <p:spPr>
                          <a:xfrm>
                            <a:off x="5652784" y="2816442"/>
                            <a:ext cx="82296" cy="82296"/>
                          </a:xfrm>
                          <a:prstGeom prst="ellipse">
                            <a:avLst/>
                          </a:prstGeom>
                          <a:solidFill>
                            <a:srgbClr val="00B0F0"/>
                          </a:solidFill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538" name="Oval 537"/>
                          <p:cNvSpPr/>
                          <p:nvPr/>
                        </p:nvSpPr>
                        <p:spPr>
                          <a:xfrm flipH="1">
                            <a:off x="5680421" y="2843692"/>
                            <a:ext cx="27432" cy="27432"/>
                          </a:xfrm>
                          <a:prstGeom prst="ellipse">
                            <a:avLst/>
                          </a:prstGeom>
                          <a:solidFill>
                            <a:srgbClr val="1C355E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535" name="Oval 534"/>
                        <p:cNvSpPr/>
                        <p:nvPr/>
                      </p:nvSpPr>
                      <p:spPr>
                        <a:xfrm>
                          <a:off x="6431149" y="271126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36" name="Oval 535"/>
                        <p:cNvSpPr/>
                        <p:nvPr/>
                      </p:nvSpPr>
                      <p:spPr>
                        <a:xfrm>
                          <a:off x="6373995" y="282238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84" name="Group 483"/>
                  <p:cNvGrpSpPr/>
                  <p:nvPr/>
                </p:nvGrpSpPr>
                <p:grpSpPr>
                  <a:xfrm>
                    <a:off x="6178612" y="3499880"/>
                    <a:ext cx="594846" cy="277462"/>
                    <a:chOff x="6178612" y="3499880"/>
                    <a:chExt cx="594846" cy="277462"/>
                  </a:xfrm>
                </p:grpSpPr>
                <p:cxnSp>
                  <p:nvCxnSpPr>
                    <p:cNvPr id="522" name="Straight Connector 521"/>
                    <p:cNvCxnSpPr/>
                    <p:nvPr/>
                  </p:nvCxnSpPr>
                  <p:spPr>
                    <a:xfrm>
                      <a:off x="6178612" y="3676650"/>
                      <a:ext cx="66570" cy="100692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3" name="Straight Connector 522"/>
                    <p:cNvCxnSpPr/>
                    <p:nvPr/>
                  </p:nvCxnSpPr>
                  <p:spPr>
                    <a:xfrm>
                      <a:off x="6241843" y="3777342"/>
                      <a:ext cx="260557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4" name="Straight Connector 523"/>
                    <p:cNvCxnSpPr/>
                    <p:nvPr/>
                  </p:nvCxnSpPr>
                  <p:spPr>
                    <a:xfrm flipV="1">
                      <a:off x="6504627" y="3499880"/>
                      <a:ext cx="268831" cy="274932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85" name="Group 484"/>
                  <p:cNvGrpSpPr/>
                  <p:nvPr/>
                </p:nvGrpSpPr>
                <p:grpSpPr>
                  <a:xfrm>
                    <a:off x="6510870" y="2937504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520" name="Oval 519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1" name="Oval 520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86" name="Group 485"/>
                  <p:cNvGrpSpPr/>
                  <p:nvPr/>
                </p:nvGrpSpPr>
                <p:grpSpPr>
                  <a:xfrm>
                    <a:off x="6761275" y="3451763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518" name="Oval 517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19" name="Oval 518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87" name="Group 486"/>
                  <p:cNvGrpSpPr/>
                  <p:nvPr/>
                </p:nvGrpSpPr>
                <p:grpSpPr>
                  <a:xfrm>
                    <a:off x="6204492" y="3596421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516" name="Straight Connector 515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7" name="Straight Connector 516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88" name="Group 487"/>
                  <p:cNvGrpSpPr/>
                  <p:nvPr/>
                </p:nvGrpSpPr>
                <p:grpSpPr>
                  <a:xfrm>
                    <a:off x="6229892" y="3588237"/>
                    <a:ext cx="626707" cy="297015"/>
                    <a:chOff x="6204492" y="3540612"/>
                    <a:chExt cx="626707" cy="297015"/>
                  </a:xfrm>
                </p:grpSpPr>
                <p:cxnSp>
                  <p:nvCxnSpPr>
                    <p:cNvPr id="514" name="Straight Connector 513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5" name="Straight Connector 514"/>
                    <p:cNvCxnSpPr/>
                    <p:nvPr/>
                  </p:nvCxnSpPr>
                  <p:spPr>
                    <a:xfrm flipV="1">
                      <a:off x="6534263" y="3540612"/>
                      <a:ext cx="296936" cy="297015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89" name="Group 488"/>
                  <p:cNvGrpSpPr/>
                  <p:nvPr/>
                </p:nvGrpSpPr>
                <p:grpSpPr>
                  <a:xfrm>
                    <a:off x="6172924" y="3694846"/>
                    <a:ext cx="646931" cy="241206"/>
                    <a:chOff x="6128474" y="3596421"/>
                    <a:chExt cx="646931" cy="241206"/>
                  </a:xfrm>
                </p:grpSpPr>
                <p:cxnSp>
                  <p:nvCxnSpPr>
                    <p:cNvPr id="512" name="Straight Connector 511"/>
                    <p:cNvCxnSpPr/>
                    <p:nvPr/>
                  </p:nvCxnSpPr>
                  <p:spPr>
                    <a:xfrm>
                      <a:off x="6128474" y="3836060"/>
                      <a:ext cx="406233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3" name="Straight Connector 512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90" name="Group 489"/>
                  <p:cNvGrpSpPr/>
                  <p:nvPr/>
                </p:nvGrpSpPr>
                <p:grpSpPr>
                  <a:xfrm>
                    <a:off x="6271167" y="3745646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510" name="Straight Connector 509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1" name="Straight Connector 510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91" name="Oval 490"/>
                  <p:cNvSpPr/>
                  <p:nvPr/>
                </p:nvSpPr>
                <p:spPr>
                  <a:xfrm>
                    <a:off x="6767699" y="3581211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92" name="Group 491"/>
                  <p:cNvGrpSpPr/>
                  <p:nvPr/>
                </p:nvGrpSpPr>
                <p:grpSpPr>
                  <a:xfrm>
                    <a:off x="6850942" y="354636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508" name="Oval 507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09" name="Oval 508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493" name="Oval 492"/>
                  <p:cNvSpPr/>
                  <p:nvPr/>
                </p:nvSpPr>
                <p:spPr>
                  <a:xfrm>
                    <a:off x="6810330" y="3673397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94" name="Group 493"/>
                  <p:cNvGrpSpPr/>
                  <p:nvPr/>
                </p:nvGrpSpPr>
                <p:grpSpPr>
                  <a:xfrm>
                    <a:off x="6834057" y="3724949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506" name="Oval 505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07" name="Oval 506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495" name="Group 494"/>
                  <p:cNvGrpSpPr/>
                  <p:nvPr/>
                </p:nvGrpSpPr>
                <p:grpSpPr>
                  <a:xfrm>
                    <a:off x="6165950" y="3808156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504" name="Oval 503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05" name="Oval 504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496" name="Oval 495"/>
                  <p:cNvSpPr/>
                  <p:nvPr/>
                </p:nvSpPr>
                <p:spPr>
                  <a:xfrm>
                    <a:off x="6229528" y="387172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7" name="Oval 496"/>
                  <p:cNvSpPr/>
                  <p:nvPr/>
                </p:nvSpPr>
                <p:spPr>
                  <a:xfrm>
                    <a:off x="6250961" y="3976502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98" name="Group 497"/>
                  <p:cNvGrpSpPr/>
                  <p:nvPr/>
                </p:nvGrpSpPr>
                <p:grpSpPr>
                  <a:xfrm>
                    <a:off x="6127848" y="391769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502" name="Oval 501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03" name="Oval 502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499" name="Straight Connector 498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Straight Connector 499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01" name="Rectangle 500"/>
                  <p:cNvSpPr/>
                  <p:nvPr/>
                </p:nvSpPr>
                <p:spPr>
                  <a:xfrm>
                    <a:off x="6534263" y="3165835"/>
                    <a:ext cx="187246" cy="250607"/>
                  </a:xfrm>
                  <a:prstGeom prst="rect">
                    <a:avLst/>
                  </a:prstGeom>
                  <a:solidFill>
                    <a:srgbClr val="1C355E"/>
                  </a:solidFill>
                  <a:ln w="2857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3" name="Group 332"/>
                <p:cNvGrpSpPr/>
                <p:nvPr/>
              </p:nvGrpSpPr>
              <p:grpSpPr>
                <a:xfrm rot="7703424">
                  <a:off x="5529828" y="1014388"/>
                  <a:ext cx="137160" cy="137160"/>
                  <a:chOff x="5578565" y="2719698"/>
                  <a:chExt cx="82296" cy="82296"/>
                </a:xfrm>
              </p:grpSpPr>
              <p:sp>
                <p:nvSpPr>
                  <p:cNvPr id="480" name="Oval 479"/>
                  <p:cNvSpPr/>
                  <p:nvPr/>
                </p:nvSpPr>
                <p:spPr>
                  <a:xfrm>
                    <a:off x="5578565" y="2719698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1" name="Oval 480"/>
                  <p:cNvSpPr/>
                  <p:nvPr/>
                </p:nvSpPr>
                <p:spPr>
                  <a:xfrm flipH="1">
                    <a:off x="5606201" y="2746949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4" name="Group 333"/>
                <p:cNvGrpSpPr/>
                <p:nvPr/>
              </p:nvGrpSpPr>
              <p:grpSpPr>
                <a:xfrm rot="7703424">
                  <a:off x="5714998" y="1020985"/>
                  <a:ext cx="362419" cy="684955"/>
                  <a:chOff x="6182840" y="2664363"/>
                  <a:chExt cx="362419" cy="684955"/>
                </a:xfrm>
              </p:grpSpPr>
              <p:sp>
                <p:nvSpPr>
                  <p:cNvPr id="456" name="Oval 455"/>
                  <p:cNvSpPr/>
                  <p:nvPr/>
                </p:nvSpPr>
                <p:spPr>
                  <a:xfrm>
                    <a:off x="6200178" y="325436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457" name="Group 456"/>
                  <p:cNvGrpSpPr/>
                  <p:nvPr/>
                </p:nvGrpSpPr>
                <p:grpSpPr>
                  <a:xfrm>
                    <a:off x="6182840" y="2664363"/>
                    <a:ext cx="362419" cy="684955"/>
                    <a:chOff x="6182840" y="2664363"/>
                    <a:chExt cx="362419" cy="684955"/>
                  </a:xfrm>
                </p:grpSpPr>
                <p:grpSp>
                  <p:nvGrpSpPr>
                    <p:cNvPr id="458" name="Group 457"/>
                    <p:cNvGrpSpPr/>
                    <p:nvPr/>
                  </p:nvGrpSpPr>
                  <p:grpSpPr>
                    <a:xfrm>
                      <a:off x="6182840" y="2698138"/>
                      <a:ext cx="362419" cy="651180"/>
                      <a:chOff x="6182840" y="2698138"/>
                      <a:chExt cx="362419" cy="651180"/>
                    </a:xfrm>
                  </p:grpSpPr>
                  <p:cxnSp>
                    <p:nvCxnSpPr>
                      <p:cNvPr id="468" name="Straight Connector 467"/>
                      <p:cNvCxnSpPr/>
                      <p:nvPr/>
                    </p:nvCxnSpPr>
                    <p:spPr>
                      <a:xfrm rot="13896576" flipH="1" flipV="1">
                        <a:off x="6267296" y="2904176"/>
                        <a:ext cx="243175" cy="183729"/>
                      </a:xfrm>
                      <a:prstGeom prst="line">
                        <a:avLst/>
                      </a:prstGeom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469" name="Group 468"/>
                      <p:cNvGrpSpPr/>
                      <p:nvPr/>
                    </p:nvGrpSpPr>
                    <p:grpSpPr>
                      <a:xfrm>
                        <a:off x="6182840" y="2698138"/>
                        <a:ext cx="362419" cy="651180"/>
                        <a:chOff x="6182840" y="2698138"/>
                        <a:chExt cx="362419" cy="651180"/>
                      </a:xfrm>
                    </p:grpSpPr>
                    <p:grpSp>
                      <p:nvGrpSpPr>
                        <p:cNvPr id="470" name="Group 469"/>
                        <p:cNvGrpSpPr/>
                        <p:nvPr/>
                      </p:nvGrpSpPr>
                      <p:grpSpPr>
                        <a:xfrm>
                          <a:off x="6182840" y="2698138"/>
                          <a:ext cx="322263" cy="651180"/>
                          <a:chOff x="6182840" y="2698138"/>
                          <a:chExt cx="322263" cy="651180"/>
                        </a:xfrm>
                      </p:grpSpPr>
                      <p:grpSp>
                        <p:nvGrpSpPr>
                          <p:cNvPr id="472" name="Group 471"/>
                          <p:cNvGrpSpPr/>
                          <p:nvPr/>
                        </p:nvGrpSpPr>
                        <p:grpSpPr>
                          <a:xfrm>
                            <a:off x="6332991" y="2698138"/>
                            <a:ext cx="172112" cy="651180"/>
                            <a:chOff x="6351467" y="2821120"/>
                            <a:chExt cx="172112" cy="651180"/>
                          </a:xfrm>
                        </p:grpSpPr>
                        <p:cxnSp>
                          <p:nvCxnSpPr>
                            <p:cNvPr id="478" name="Straight Connector 477"/>
                            <p:cNvCxnSpPr/>
                            <p:nvPr/>
                          </p:nvCxnSpPr>
                          <p:spPr>
                            <a:xfrm>
                              <a:off x="6351467" y="2821120"/>
                              <a:ext cx="0" cy="562928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79" name="Straight Connector 478"/>
                            <p:cNvCxnSpPr>
                              <a:endCxn id="361" idx="1"/>
                            </p:cNvCxnSpPr>
                            <p:nvPr/>
                          </p:nvCxnSpPr>
                          <p:spPr>
                            <a:xfrm rot="13896576" flipH="1">
                              <a:off x="6379969" y="3328691"/>
                              <a:ext cx="145583" cy="141636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473" name="Group 472"/>
                          <p:cNvGrpSpPr/>
                          <p:nvPr/>
                        </p:nvGrpSpPr>
                        <p:grpSpPr>
                          <a:xfrm>
                            <a:off x="6182840" y="2703536"/>
                            <a:ext cx="108422" cy="602555"/>
                            <a:chOff x="6182840" y="2703536"/>
                            <a:chExt cx="108422" cy="602555"/>
                          </a:xfrm>
                        </p:grpSpPr>
                        <p:grpSp>
                          <p:nvGrpSpPr>
                            <p:cNvPr id="474" name="Group 473"/>
                            <p:cNvGrpSpPr/>
                            <p:nvPr/>
                          </p:nvGrpSpPr>
                          <p:grpSpPr>
                            <a:xfrm>
                              <a:off x="6182840" y="2821120"/>
                              <a:ext cx="108422" cy="484971"/>
                              <a:chOff x="6258473" y="2944103"/>
                              <a:chExt cx="108422" cy="484971"/>
                            </a:xfrm>
                          </p:grpSpPr>
                          <p:cxnSp>
                            <p:nvCxnSpPr>
                              <p:cNvPr id="476" name="Straight Connector 475"/>
                              <p:cNvCxnSpPr/>
                              <p:nvPr/>
                            </p:nvCxnSpPr>
                            <p:spPr>
                              <a:xfrm>
                                <a:off x="6351467" y="2944103"/>
                                <a:ext cx="0" cy="439945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477" name="Straight Connector 476"/>
                              <p:cNvCxnSpPr/>
                              <p:nvPr/>
                            </p:nvCxnSpPr>
                            <p:spPr>
                              <a:xfrm rot="13896576" flipH="1" flipV="1">
                                <a:off x="6307653" y="3369833"/>
                                <a:ext cx="10061" cy="108422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cxnSp>
                          <p:nvCxnSpPr>
                            <p:cNvPr id="475" name="Straight Connector 474"/>
                            <p:cNvCxnSpPr/>
                            <p:nvPr/>
                          </p:nvCxnSpPr>
                          <p:spPr>
                            <a:xfrm>
                              <a:off x="6219008" y="2703536"/>
                              <a:ext cx="0" cy="562928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cxnSp>
                      <p:nvCxnSpPr>
                        <p:cNvPr id="471" name="Straight Connector 470"/>
                        <p:cNvCxnSpPr/>
                        <p:nvPr/>
                      </p:nvCxnSpPr>
                      <p:spPr>
                        <a:xfrm rot="13896576" flipH="1" flipV="1">
                          <a:off x="6321096" y="2786921"/>
                          <a:ext cx="252417" cy="195909"/>
                        </a:xfrm>
                        <a:prstGeom prst="line">
                          <a:avLst/>
                        </a:prstGeom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459" name="Group 458"/>
                    <p:cNvGrpSpPr/>
                    <p:nvPr/>
                  </p:nvGrpSpPr>
                  <p:grpSpPr>
                    <a:xfrm>
                      <a:off x="6196123" y="2666744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466" name="Oval 465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67" name="Oval 466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460" name="Oval 459"/>
                    <p:cNvSpPr/>
                    <p:nvPr/>
                  </p:nvSpPr>
                  <p:spPr>
                    <a:xfrm>
                      <a:off x="6262080" y="280016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461" name="Group 460"/>
                    <p:cNvGrpSpPr/>
                    <p:nvPr/>
                  </p:nvGrpSpPr>
                  <p:grpSpPr>
                    <a:xfrm>
                      <a:off x="6310425" y="2664363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464" name="Oval 463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465" name="Oval 464"/>
                      <p:cNvSpPr/>
                      <p:nvPr/>
                    </p:nvSpPr>
                    <p:spPr>
                      <a:xfrm flipH="1">
                        <a:off x="5680420" y="2843691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462" name="Oval 461"/>
                    <p:cNvSpPr/>
                    <p:nvPr/>
                  </p:nvSpPr>
                  <p:spPr>
                    <a:xfrm>
                      <a:off x="6431149" y="271126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3" name="Oval 462"/>
                    <p:cNvSpPr/>
                    <p:nvPr/>
                  </p:nvSpPr>
                  <p:spPr>
                    <a:xfrm>
                      <a:off x="6373995" y="282238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35" name="Group 334"/>
                <p:cNvGrpSpPr/>
                <p:nvPr/>
              </p:nvGrpSpPr>
              <p:grpSpPr>
                <a:xfrm rot="7703424">
                  <a:off x="5695205" y="1465711"/>
                  <a:ext cx="137160" cy="137160"/>
                  <a:chOff x="5652784" y="2816442"/>
                  <a:chExt cx="82296" cy="82296"/>
                </a:xfrm>
              </p:grpSpPr>
              <p:sp>
                <p:nvSpPr>
                  <p:cNvPr id="454" name="Oval 453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5" name="Oval 454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6" name="Group 335"/>
                <p:cNvGrpSpPr/>
                <p:nvPr/>
              </p:nvGrpSpPr>
              <p:grpSpPr>
                <a:xfrm rot="7703424">
                  <a:off x="5735914" y="1266190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452" name="Oval 451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3" name="Oval 452"/>
                  <p:cNvSpPr/>
                  <p:nvPr/>
                </p:nvSpPr>
                <p:spPr>
                  <a:xfrm flipH="1">
                    <a:off x="5680420" y="2843694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337" name="Straight Connector 336"/>
                <p:cNvCxnSpPr/>
                <p:nvPr/>
              </p:nvCxnSpPr>
              <p:spPr>
                <a:xfrm rot="7703424">
                  <a:off x="4990208" y="127402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/>
                <p:cNvCxnSpPr/>
                <p:nvPr/>
              </p:nvCxnSpPr>
              <p:spPr>
                <a:xfrm rot="7703424">
                  <a:off x="4990208" y="1274022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9" name="Group 338"/>
                <p:cNvGrpSpPr/>
                <p:nvPr/>
              </p:nvGrpSpPr>
              <p:grpSpPr>
                <a:xfrm rot="6502207">
                  <a:off x="4300075" y="1819660"/>
                  <a:ext cx="594846" cy="277462"/>
                  <a:chOff x="6178612" y="3499880"/>
                  <a:chExt cx="594846" cy="277462"/>
                </a:xfrm>
              </p:grpSpPr>
              <p:cxnSp>
                <p:nvCxnSpPr>
                  <p:cNvPr id="449" name="Straight Connector 448"/>
                  <p:cNvCxnSpPr/>
                  <p:nvPr/>
                </p:nvCxnSpPr>
                <p:spPr>
                  <a:xfrm>
                    <a:off x="6178612" y="3676650"/>
                    <a:ext cx="66570" cy="100692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Straight Connector 449"/>
                  <p:cNvCxnSpPr/>
                  <p:nvPr/>
                </p:nvCxnSpPr>
                <p:spPr>
                  <a:xfrm>
                    <a:off x="6241843" y="3777342"/>
                    <a:ext cx="260557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1" name="Straight Connector 450"/>
                  <p:cNvCxnSpPr/>
                  <p:nvPr/>
                </p:nvCxnSpPr>
                <p:spPr>
                  <a:xfrm flipV="1">
                    <a:off x="6504627" y="3499880"/>
                    <a:ext cx="268831" cy="274932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0" name="Group 339"/>
                <p:cNvGrpSpPr/>
                <p:nvPr/>
              </p:nvGrpSpPr>
              <p:grpSpPr>
                <a:xfrm rot="6502207">
                  <a:off x="4633171" y="2279612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447" name="Oval 446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8" name="Oval 447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1" name="Group 340"/>
                <p:cNvGrpSpPr/>
                <p:nvPr/>
              </p:nvGrpSpPr>
              <p:grpSpPr>
                <a:xfrm rot="6502207">
                  <a:off x="4233240" y="1826281"/>
                  <a:ext cx="570913" cy="241206"/>
                  <a:chOff x="6204492" y="3596421"/>
                  <a:chExt cx="570913" cy="241206"/>
                </a:xfrm>
              </p:grpSpPr>
              <p:cxnSp>
                <p:nvCxnSpPr>
                  <p:cNvPr id="445" name="Straight Connector 444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6" name="Straight Connector 445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2" name="Group 341"/>
                <p:cNvGrpSpPr/>
                <p:nvPr/>
              </p:nvGrpSpPr>
              <p:grpSpPr>
                <a:xfrm rot="6502207">
                  <a:off x="4169830" y="1842742"/>
                  <a:ext cx="626707" cy="297015"/>
                  <a:chOff x="6204492" y="3540612"/>
                  <a:chExt cx="626707" cy="297015"/>
                </a:xfrm>
              </p:grpSpPr>
              <p:cxnSp>
                <p:nvCxnSpPr>
                  <p:cNvPr id="443" name="Straight Connector 442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Straight Connector 443"/>
                  <p:cNvCxnSpPr/>
                  <p:nvPr/>
                </p:nvCxnSpPr>
                <p:spPr>
                  <a:xfrm flipV="1">
                    <a:off x="6534263" y="3540612"/>
                    <a:ext cx="296936" cy="297015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3" name="Group 342"/>
                <p:cNvGrpSpPr/>
                <p:nvPr/>
              </p:nvGrpSpPr>
              <p:grpSpPr>
                <a:xfrm rot="6502207">
                  <a:off x="4099792" y="1801374"/>
                  <a:ext cx="646931" cy="241206"/>
                  <a:chOff x="6128474" y="3596421"/>
                  <a:chExt cx="646931" cy="241206"/>
                </a:xfrm>
              </p:grpSpPr>
              <p:cxnSp>
                <p:nvCxnSpPr>
                  <p:cNvPr id="441" name="Straight Connector 440"/>
                  <p:cNvCxnSpPr/>
                  <p:nvPr/>
                </p:nvCxnSpPr>
                <p:spPr>
                  <a:xfrm>
                    <a:off x="6128474" y="3836060"/>
                    <a:ext cx="406233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Straight Connector 441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4" name="Group 343"/>
                <p:cNvGrpSpPr/>
                <p:nvPr/>
              </p:nvGrpSpPr>
              <p:grpSpPr>
                <a:xfrm rot="6502207">
                  <a:off x="4070606" y="1842529"/>
                  <a:ext cx="570913" cy="241206"/>
                  <a:chOff x="6204492" y="3596421"/>
                  <a:chExt cx="570913" cy="241206"/>
                </a:xfrm>
              </p:grpSpPr>
              <p:cxnSp>
                <p:nvCxnSpPr>
                  <p:cNvPr id="439" name="Straight Connector 438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Straight Connector 439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5" name="Oval 344"/>
                <p:cNvSpPr/>
                <p:nvPr/>
              </p:nvSpPr>
              <p:spPr>
                <a:xfrm rot="6502207">
                  <a:off x="4528998" y="2248261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46" name="Group 345"/>
                <p:cNvGrpSpPr/>
                <p:nvPr/>
              </p:nvGrpSpPr>
              <p:grpSpPr>
                <a:xfrm rot="6502207">
                  <a:off x="4515134" y="2334897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437" name="Oval 436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8" name="Oval 437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7" name="Oval 346"/>
                <p:cNvSpPr/>
                <p:nvPr/>
              </p:nvSpPr>
              <p:spPr>
                <a:xfrm rot="6502207">
                  <a:off x="4428075" y="2259666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48" name="Group 347"/>
                <p:cNvGrpSpPr/>
                <p:nvPr/>
              </p:nvGrpSpPr>
              <p:grpSpPr>
                <a:xfrm rot="6502207">
                  <a:off x="4350968" y="2262590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435" name="Oval 434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6" name="Oval 435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9" name="Group 348"/>
                <p:cNvGrpSpPr/>
                <p:nvPr/>
              </p:nvGrpSpPr>
              <p:grpSpPr>
                <a:xfrm rot="6502207">
                  <a:off x="4482558" y="1602306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433" name="Oval 432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4" name="Oval 433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50" name="Oval 349"/>
                <p:cNvSpPr/>
                <p:nvPr/>
              </p:nvSpPr>
              <p:spPr>
                <a:xfrm rot="6502207">
                  <a:off x="4422898" y="1645959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1" name="Oval 350"/>
                <p:cNvSpPr/>
                <p:nvPr/>
              </p:nvSpPr>
              <p:spPr>
                <a:xfrm rot="6502207">
                  <a:off x="4316703" y="1633278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52" name="Group 351"/>
                <p:cNvGrpSpPr/>
                <p:nvPr/>
              </p:nvGrpSpPr>
              <p:grpSpPr>
                <a:xfrm rot="6502207">
                  <a:off x="4390613" y="1531625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431" name="Oval 430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2" name="Oval 431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353" name="Straight Connector 352"/>
                <p:cNvCxnSpPr/>
                <p:nvPr/>
              </p:nvCxnSpPr>
              <p:spPr>
                <a:xfrm rot="6502207">
                  <a:off x="4349266" y="2276175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Straight Connector 353"/>
                <p:cNvCxnSpPr/>
                <p:nvPr/>
              </p:nvCxnSpPr>
              <p:spPr>
                <a:xfrm rot="6502207">
                  <a:off x="4349266" y="2276175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5" name="Rectangle 354"/>
                <p:cNvSpPr/>
                <p:nvPr/>
              </p:nvSpPr>
              <p:spPr>
                <a:xfrm rot="4137171">
                  <a:off x="4664097" y="1513811"/>
                  <a:ext cx="187246" cy="250607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56" name="Group 355"/>
                <p:cNvGrpSpPr/>
                <p:nvPr/>
              </p:nvGrpSpPr>
              <p:grpSpPr>
                <a:xfrm rot="9604852">
                  <a:off x="3398365" y="2649654"/>
                  <a:ext cx="947047" cy="738944"/>
                  <a:chOff x="5932730" y="3264990"/>
                  <a:chExt cx="947047" cy="738944"/>
                </a:xfrm>
              </p:grpSpPr>
              <p:grpSp>
                <p:nvGrpSpPr>
                  <p:cNvPr id="362" name="Group 361"/>
                  <p:cNvGrpSpPr/>
                  <p:nvPr/>
                </p:nvGrpSpPr>
                <p:grpSpPr>
                  <a:xfrm>
                    <a:off x="6383524" y="3508645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429" name="Oval 428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30" name="Oval 429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63" name="Group 362"/>
                  <p:cNvGrpSpPr/>
                  <p:nvPr/>
                </p:nvGrpSpPr>
                <p:grpSpPr>
                  <a:xfrm>
                    <a:off x="5932730" y="3264990"/>
                    <a:ext cx="512824" cy="601556"/>
                    <a:chOff x="5933462" y="3263452"/>
                    <a:chExt cx="512824" cy="601556"/>
                  </a:xfrm>
                </p:grpSpPr>
                <p:sp>
                  <p:nvSpPr>
                    <p:cNvPr id="401" name="Oval 400"/>
                    <p:cNvSpPr/>
                    <p:nvPr/>
                  </p:nvSpPr>
                  <p:spPr>
                    <a:xfrm>
                      <a:off x="5933462" y="3770938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402" name="Group 401"/>
                    <p:cNvGrpSpPr/>
                    <p:nvPr/>
                  </p:nvGrpSpPr>
                  <p:grpSpPr>
                    <a:xfrm>
                      <a:off x="5951917" y="3263452"/>
                      <a:ext cx="494369" cy="601556"/>
                      <a:chOff x="5951917" y="3263452"/>
                      <a:chExt cx="494369" cy="601556"/>
                    </a:xfrm>
                  </p:grpSpPr>
                  <p:sp>
                    <p:nvSpPr>
                      <p:cNvPr id="403" name="Oval 402"/>
                      <p:cNvSpPr/>
                      <p:nvPr/>
                    </p:nvSpPr>
                    <p:spPr>
                      <a:xfrm>
                        <a:off x="6050146" y="3704266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00B0F0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404" name="Group 403"/>
                      <p:cNvGrpSpPr/>
                      <p:nvPr/>
                    </p:nvGrpSpPr>
                    <p:grpSpPr>
                      <a:xfrm>
                        <a:off x="6098356" y="3771289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427" name="Oval 426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28" name="Oval 427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5" name="Group 404"/>
                      <p:cNvGrpSpPr/>
                      <p:nvPr/>
                    </p:nvGrpSpPr>
                    <p:grpSpPr>
                      <a:xfrm>
                        <a:off x="5984192" y="3819288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425" name="Oval 424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00B0F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26" name="Oval 425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6" name="Group 405"/>
                      <p:cNvGrpSpPr/>
                      <p:nvPr/>
                    </p:nvGrpSpPr>
                    <p:grpSpPr>
                      <a:xfrm>
                        <a:off x="5951917" y="3263452"/>
                        <a:ext cx="494369" cy="552593"/>
                        <a:chOff x="5951917" y="3263452"/>
                        <a:chExt cx="494369" cy="552593"/>
                      </a:xfrm>
                    </p:grpSpPr>
                    <p:grpSp>
                      <p:nvGrpSpPr>
                        <p:cNvPr id="407" name="Group 406"/>
                        <p:cNvGrpSpPr/>
                        <p:nvPr/>
                      </p:nvGrpSpPr>
                      <p:grpSpPr>
                        <a:xfrm>
                          <a:off x="6118287" y="3268216"/>
                          <a:ext cx="267674" cy="510385"/>
                          <a:chOff x="6084376" y="3386435"/>
                          <a:chExt cx="267674" cy="510385"/>
                        </a:xfrm>
                      </p:grpSpPr>
                      <p:cxnSp>
                        <p:nvCxnSpPr>
                          <p:cNvPr id="423" name="Straight Connector 422"/>
                          <p:cNvCxnSpPr/>
                          <p:nvPr/>
                        </p:nvCxnSpPr>
                        <p:spPr>
                          <a:xfrm flipH="1">
                            <a:off x="6084376" y="3386435"/>
                            <a:ext cx="267674" cy="30598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24" name="Straight Connector 423"/>
                          <p:cNvCxnSpPr/>
                          <p:nvPr/>
                        </p:nvCxnSpPr>
                        <p:spPr>
                          <a:xfrm>
                            <a:off x="6084376" y="3692415"/>
                            <a:ext cx="0" cy="20440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00B0F0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408" name="Group 407"/>
                        <p:cNvGrpSpPr/>
                        <p:nvPr/>
                      </p:nvGrpSpPr>
                      <p:grpSpPr>
                        <a:xfrm>
                          <a:off x="5951917" y="3263452"/>
                          <a:ext cx="494369" cy="552593"/>
                          <a:chOff x="5951917" y="3263452"/>
                          <a:chExt cx="494369" cy="552593"/>
                        </a:xfrm>
                      </p:grpSpPr>
                      <p:grpSp>
                        <p:nvGrpSpPr>
                          <p:cNvPr id="409" name="Group 408"/>
                          <p:cNvGrpSpPr/>
                          <p:nvPr/>
                        </p:nvGrpSpPr>
                        <p:grpSpPr>
                          <a:xfrm>
                            <a:off x="5951917" y="3263452"/>
                            <a:ext cx="381657" cy="552593"/>
                            <a:chOff x="5951917" y="3263452"/>
                            <a:chExt cx="381657" cy="552593"/>
                          </a:xfrm>
                        </p:grpSpPr>
                        <p:grpSp>
                          <p:nvGrpSpPr>
                            <p:cNvPr id="413" name="Group 412"/>
                            <p:cNvGrpSpPr/>
                            <p:nvPr/>
                          </p:nvGrpSpPr>
                          <p:grpSpPr>
                            <a:xfrm>
                              <a:off x="6065900" y="3263453"/>
                              <a:ext cx="267674" cy="449119"/>
                              <a:chOff x="6084376" y="3386435"/>
                              <a:chExt cx="267674" cy="449119"/>
                            </a:xfrm>
                          </p:grpSpPr>
                          <p:cxnSp>
                            <p:nvCxnSpPr>
                              <p:cNvPr id="421" name="Straight Connector 420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422" name="Straight Connector 421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143139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00B0F0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414" name="Group 413"/>
                            <p:cNvGrpSpPr/>
                            <p:nvPr/>
                          </p:nvGrpSpPr>
                          <p:grpSpPr>
                            <a:xfrm>
                              <a:off x="5951917" y="3263452"/>
                              <a:ext cx="324500" cy="552593"/>
                              <a:chOff x="5951917" y="3263452"/>
                              <a:chExt cx="324500" cy="552593"/>
                            </a:xfrm>
                          </p:grpSpPr>
                          <p:grpSp>
                            <p:nvGrpSpPr>
                              <p:cNvPr id="415" name="Group 414"/>
                              <p:cNvGrpSpPr/>
                              <p:nvPr/>
                            </p:nvGrpSpPr>
                            <p:grpSpPr>
                              <a:xfrm>
                                <a:off x="6008743" y="3263452"/>
                                <a:ext cx="267674" cy="552593"/>
                                <a:chOff x="6084376" y="3386435"/>
                                <a:chExt cx="267674" cy="552593"/>
                              </a:xfrm>
                            </p:grpSpPr>
                            <p:cxnSp>
                              <p:nvCxnSpPr>
                                <p:cNvPr id="419" name="Straight Connector 418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420" name="Straight Connector 419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2631" cy="246613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416" name="Group 415"/>
                              <p:cNvGrpSpPr/>
                              <p:nvPr/>
                            </p:nvGrpSpPr>
                            <p:grpSpPr>
                              <a:xfrm>
                                <a:off x="5951917" y="3268851"/>
                                <a:ext cx="267674" cy="510385"/>
                                <a:chOff x="6084376" y="3386435"/>
                                <a:chExt cx="267674" cy="510385"/>
                              </a:xfrm>
                            </p:grpSpPr>
                            <p:cxnSp>
                              <p:nvCxnSpPr>
                                <p:cNvPr id="417" name="Straight Connector 416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418" name="Straight Connector 417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0" cy="204405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00B0F0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  <p:grpSp>
                        <p:nvGrpSpPr>
                          <p:cNvPr id="410" name="Group 409"/>
                          <p:cNvGrpSpPr/>
                          <p:nvPr/>
                        </p:nvGrpSpPr>
                        <p:grpSpPr>
                          <a:xfrm>
                            <a:off x="6178612" y="3290441"/>
                            <a:ext cx="267674" cy="386209"/>
                            <a:chOff x="6084376" y="3386435"/>
                            <a:chExt cx="267674" cy="386209"/>
                          </a:xfrm>
                        </p:grpSpPr>
                        <p:cxnSp>
                          <p:nvCxnSpPr>
                            <p:cNvPr id="411" name="Straight Connector 410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12" name="Straight Connector 411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80229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00B0F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</p:grpSp>
                </p:grpSp>
              </p:grpSp>
              <p:grpSp>
                <p:nvGrpSpPr>
                  <p:cNvPr id="364" name="Group 363"/>
                  <p:cNvGrpSpPr/>
                  <p:nvPr/>
                </p:nvGrpSpPr>
                <p:grpSpPr>
                  <a:xfrm>
                    <a:off x="6178612" y="3499880"/>
                    <a:ext cx="594846" cy="277462"/>
                    <a:chOff x="6178612" y="3499880"/>
                    <a:chExt cx="594846" cy="277462"/>
                  </a:xfrm>
                </p:grpSpPr>
                <p:cxnSp>
                  <p:nvCxnSpPr>
                    <p:cNvPr id="398" name="Straight Connector 397"/>
                    <p:cNvCxnSpPr/>
                    <p:nvPr/>
                  </p:nvCxnSpPr>
                  <p:spPr>
                    <a:xfrm>
                      <a:off x="6178612" y="3676650"/>
                      <a:ext cx="66570" cy="100692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9" name="Straight Connector 398"/>
                    <p:cNvCxnSpPr/>
                    <p:nvPr/>
                  </p:nvCxnSpPr>
                  <p:spPr>
                    <a:xfrm>
                      <a:off x="6241843" y="3777342"/>
                      <a:ext cx="260557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0" name="Straight Connector 399"/>
                    <p:cNvCxnSpPr/>
                    <p:nvPr/>
                  </p:nvCxnSpPr>
                  <p:spPr>
                    <a:xfrm flipV="1">
                      <a:off x="6504627" y="3499880"/>
                      <a:ext cx="268831" cy="274932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65" name="Group 364"/>
                  <p:cNvGrpSpPr/>
                  <p:nvPr/>
                </p:nvGrpSpPr>
                <p:grpSpPr>
                  <a:xfrm>
                    <a:off x="6761275" y="3451763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396" name="Oval 395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97" name="Oval 396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66" name="Group 365"/>
                  <p:cNvGrpSpPr/>
                  <p:nvPr/>
                </p:nvGrpSpPr>
                <p:grpSpPr>
                  <a:xfrm>
                    <a:off x="6204492" y="3596421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394" name="Straight Connector 393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5" name="Straight Connector 394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67" name="Group 366"/>
                  <p:cNvGrpSpPr/>
                  <p:nvPr/>
                </p:nvGrpSpPr>
                <p:grpSpPr>
                  <a:xfrm>
                    <a:off x="6229892" y="3713848"/>
                    <a:ext cx="501129" cy="171405"/>
                    <a:chOff x="6204492" y="3666223"/>
                    <a:chExt cx="501129" cy="171405"/>
                  </a:xfrm>
                </p:grpSpPr>
                <p:cxnSp>
                  <p:nvCxnSpPr>
                    <p:cNvPr id="392" name="Straight Connector 391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3" name="Straight Connector 392"/>
                    <p:cNvCxnSpPr/>
                    <p:nvPr/>
                  </p:nvCxnSpPr>
                  <p:spPr>
                    <a:xfrm flipV="1">
                      <a:off x="6534263" y="3666223"/>
                      <a:ext cx="171358" cy="171405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68" name="Group 367"/>
                  <p:cNvGrpSpPr/>
                  <p:nvPr/>
                </p:nvGrpSpPr>
                <p:grpSpPr>
                  <a:xfrm>
                    <a:off x="6172924" y="3694846"/>
                    <a:ext cx="646931" cy="241206"/>
                    <a:chOff x="6128474" y="3596421"/>
                    <a:chExt cx="646931" cy="241206"/>
                  </a:xfrm>
                </p:grpSpPr>
                <p:cxnSp>
                  <p:nvCxnSpPr>
                    <p:cNvPr id="390" name="Straight Connector 389"/>
                    <p:cNvCxnSpPr/>
                    <p:nvPr/>
                  </p:nvCxnSpPr>
                  <p:spPr>
                    <a:xfrm>
                      <a:off x="6128474" y="3836060"/>
                      <a:ext cx="406233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1" name="Straight Connector 390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69" name="Group 368"/>
                  <p:cNvGrpSpPr/>
                  <p:nvPr/>
                </p:nvGrpSpPr>
                <p:grpSpPr>
                  <a:xfrm>
                    <a:off x="6271167" y="3745646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388" name="Straight Connector 387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9" name="Straight Connector 388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70" name="Oval 369"/>
                  <p:cNvSpPr/>
                  <p:nvPr/>
                </p:nvSpPr>
                <p:spPr>
                  <a:xfrm>
                    <a:off x="6767699" y="3581211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371" name="Group 370"/>
                  <p:cNvGrpSpPr/>
                  <p:nvPr/>
                </p:nvGrpSpPr>
                <p:grpSpPr>
                  <a:xfrm>
                    <a:off x="6722355" y="3672568"/>
                    <a:ext cx="45720" cy="45720"/>
                    <a:chOff x="5421260" y="3043613"/>
                    <a:chExt cx="82295" cy="82296"/>
                  </a:xfrm>
                </p:grpSpPr>
                <p:sp>
                  <p:nvSpPr>
                    <p:cNvPr id="386" name="Oval 385"/>
                    <p:cNvSpPr/>
                    <p:nvPr/>
                  </p:nvSpPr>
                  <p:spPr>
                    <a:xfrm>
                      <a:off x="5421260" y="3043613"/>
                      <a:ext cx="82295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7" name="Oval 386"/>
                    <p:cNvSpPr/>
                    <p:nvPr/>
                  </p:nvSpPr>
                  <p:spPr>
                    <a:xfrm flipH="1">
                      <a:off x="5448963" y="3070863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72" name="Oval 371"/>
                  <p:cNvSpPr/>
                  <p:nvPr/>
                </p:nvSpPr>
                <p:spPr>
                  <a:xfrm>
                    <a:off x="6810330" y="3673397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373" name="Group 372"/>
                  <p:cNvGrpSpPr/>
                  <p:nvPr/>
                </p:nvGrpSpPr>
                <p:grpSpPr>
                  <a:xfrm>
                    <a:off x="6834057" y="3724949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384" name="Oval 383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5" name="Oval 384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374" name="Group 373"/>
                  <p:cNvGrpSpPr/>
                  <p:nvPr/>
                </p:nvGrpSpPr>
                <p:grpSpPr>
                  <a:xfrm>
                    <a:off x="6165950" y="3808156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382" name="Oval 381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3" name="Oval 382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75" name="Oval 374"/>
                  <p:cNvSpPr/>
                  <p:nvPr/>
                </p:nvSpPr>
                <p:spPr>
                  <a:xfrm>
                    <a:off x="6229528" y="387172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6" name="Oval 375"/>
                  <p:cNvSpPr/>
                  <p:nvPr/>
                </p:nvSpPr>
                <p:spPr>
                  <a:xfrm>
                    <a:off x="6250961" y="3976502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377" name="Group 376"/>
                  <p:cNvGrpSpPr/>
                  <p:nvPr/>
                </p:nvGrpSpPr>
                <p:grpSpPr>
                  <a:xfrm>
                    <a:off x="6127848" y="391769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380" name="Oval 379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1" name="Oval 380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378" name="Straight Connector 377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57" name="Oval 356"/>
                <p:cNvSpPr/>
                <p:nvPr/>
              </p:nvSpPr>
              <p:spPr>
                <a:xfrm rot="7703424">
                  <a:off x="5714175" y="994489"/>
                  <a:ext cx="45720" cy="4572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8" name="Oval 357"/>
                <p:cNvSpPr/>
                <p:nvPr/>
              </p:nvSpPr>
              <p:spPr>
                <a:xfrm rot="7703424" flipH="1">
                  <a:off x="5729424" y="1009881"/>
                  <a:ext cx="15240" cy="15240"/>
                </a:xfrm>
                <a:prstGeom prst="ellipse">
                  <a:avLst/>
                </a:prstGeom>
                <a:solidFill>
                  <a:srgbClr val="1C355E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9" name="Oval 358"/>
                <p:cNvSpPr/>
                <p:nvPr/>
              </p:nvSpPr>
              <p:spPr>
                <a:xfrm rot="13163100">
                  <a:off x="6795692" y="1741464"/>
                  <a:ext cx="45719" cy="76517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0" name="Rectangle 359"/>
                <p:cNvSpPr/>
                <p:nvPr/>
              </p:nvSpPr>
              <p:spPr>
                <a:xfrm rot="2285086">
                  <a:off x="6602194" y="1705811"/>
                  <a:ext cx="187246" cy="456471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1" name="Rectangle 360"/>
                <p:cNvSpPr/>
                <p:nvPr/>
              </p:nvSpPr>
              <p:spPr>
                <a:xfrm rot="7703424">
                  <a:off x="5416657" y="1269928"/>
                  <a:ext cx="187246" cy="250607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" name="Group 5"/>
            <p:cNvGrpSpPr/>
            <p:nvPr/>
          </p:nvGrpSpPr>
          <p:grpSpPr>
            <a:xfrm>
              <a:off x="3017520" y="914400"/>
              <a:ext cx="3957853" cy="3560432"/>
              <a:chOff x="3291840" y="914400"/>
              <a:chExt cx="3957853" cy="3560432"/>
            </a:xfrm>
            <a:solidFill>
              <a:srgbClr val="019EB0"/>
            </a:solidFill>
          </p:grpSpPr>
          <p:grpSp>
            <p:nvGrpSpPr>
              <p:cNvPr id="314" name="Group 313"/>
              <p:cNvGrpSpPr/>
              <p:nvPr/>
            </p:nvGrpSpPr>
            <p:grpSpPr>
              <a:xfrm>
                <a:off x="3291840" y="914400"/>
                <a:ext cx="3957853" cy="3560432"/>
                <a:chOff x="1871981" y="1164537"/>
                <a:chExt cx="3904638" cy="3396895"/>
              </a:xfrm>
              <a:grpFill/>
            </p:grpSpPr>
            <p:sp>
              <p:nvSpPr>
                <p:cNvPr id="316" name="Oval 315"/>
                <p:cNvSpPr/>
                <p:nvPr/>
              </p:nvSpPr>
              <p:spPr>
                <a:xfrm rot="11985287">
                  <a:off x="4926375" y="1840852"/>
                  <a:ext cx="850244" cy="1129653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7" name="Oval 316"/>
                <p:cNvSpPr/>
                <p:nvPr/>
              </p:nvSpPr>
              <p:spPr>
                <a:xfrm rot="7419668">
                  <a:off x="1973452" y="2569599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8" name="Oval 317"/>
                <p:cNvSpPr/>
                <p:nvPr/>
              </p:nvSpPr>
              <p:spPr>
                <a:xfrm rot="9096172">
                  <a:off x="2603525" y="1480054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9" name="Oval 318"/>
                <p:cNvSpPr/>
                <p:nvPr/>
              </p:nvSpPr>
              <p:spPr>
                <a:xfrm rot="10070500">
                  <a:off x="3818981" y="1164537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0" name="Oval 319"/>
                <p:cNvSpPr/>
                <p:nvPr/>
              </p:nvSpPr>
              <p:spPr>
                <a:xfrm rot="2058198">
                  <a:off x="4024524" y="2943692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1" name="Oval 320"/>
                <p:cNvSpPr/>
                <p:nvPr/>
              </p:nvSpPr>
              <p:spPr>
                <a:xfrm rot="6295454">
                  <a:off x="3003909" y="3208273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2" name="Oval 321"/>
                <p:cNvSpPr/>
                <p:nvPr/>
              </p:nvSpPr>
              <p:spPr>
                <a:xfrm>
                  <a:off x="3261152" y="2574461"/>
                  <a:ext cx="1799216" cy="1501520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3" name="Oval 322"/>
                <p:cNvSpPr/>
                <p:nvPr/>
              </p:nvSpPr>
              <p:spPr>
                <a:xfrm rot="1431027">
                  <a:off x="3154321" y="2546742"/>
                  <a:ext cx="1266505" cy="1948016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324" name="Oval 323"/>
                <p:cNvSpPr/>
                <p:nvPr/>
              </p:nvSpPr>
              <p:spPr>
                <a:xfrm rot="7834922">
                  <a:off x="4149994" y="2461733"/>
                  <a:ext cx="1068599" cy="1772447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325" name="Oval 324"/>
                <p:cNvSpPr/>
                <p:nvPr/>
              </p:nvSpPr>
              <p:spPr>
                <a:xfrm rot="17937924">
                  <a:off x="4313076" y="3080752"/>
                  <a:ext cx="318428" cy="1095870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6" name="Oval 325"/>
                <p:cNvSpPr/>
                <p:nvPr/>
              </p:nvSpPr>
              <p:spPr>
                <a:xfrm>
                  <a:off x="4122106" y="4033340"/>
                  <a:ext cx="506277" cy="110881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7" name="Oval 326"/>
                <p:cNvSpPr/>
                <p:nvPr/>
              </p:nvSpPr>
              <p:spPr>
                <a:xfrm>
                  <a:off x="3610116" y="3988005"/>
                  <a:ext cx="200541" cy="114064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8" name="Oval 327"/>
                <p:cNvSpPr/>
                <p:nvPr/>
              </p:nvSpPr>
              <p:spPr>
                <a:xfrm rot="19195174">
                  <a:off x="4054577" y="4049588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9" name="Oval 328"/>
                <p:cNvSpPr/>
                <p:nvPr/>
              </p:nvSpPr>
              <p:spPr>
                <a:xfrm rot="18103812">
                  <a:off x="3993695" y="4059862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rgbClr val="019E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5" name="Oval 314"/>
              <p:cNvSpPr/>
              <p:nvPr/>
            </p:nvSpPr>
            <p:spPr>
              <a:xfrm rot="19763082">
                <a:off x="4882687" y="3827631"/>
                <a:ext cx="970387" cy="580874"/>
              </a:xfrm>
              <a:prstGeom prst="ellipse">
                <a:avLst/>
              </a:prstGeom>
              <a:grpFill/>
              <a:ln>
                <a:solidFill>
                  <a:srgbClr val="019E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128096" y="999062"/>
              <a:ext cx="3816257" cy="3041915"/>
              <a:chOff x="3398365" y="994489"/>
              <a:chExt cx="3816257" cy="3041915"/>
            </a:xfrm>
          </p:grpSpPr>
          <p:grpSp>
            <p:nvGrpSpPr>
              <p:cNvPr id="26" name="Group 25"/>
              <p:cNvGrpSpPr/>
              <p:nvPr/>
            </p:nvGrpSpPr>
            <p:grpSpPr>
              <a:xfrm rot="13163100">
                <a:off x="6291496" y="1762356"/>
                <a:ext cx="923126" cy="769440"/>
                <a:chOff x="5932730" y="3264990"/>
                <a:chExt cx="923126" cy="769440"/>
              </a:xfrm>
            </p:grpSpPr>
            <p:cxnSp>
              <p:nvCxnSpPr>
                <p:cNvPr id="266" name="Straight Connector 265"/>
                <p:cNvCxnSpPr/>
                <p:nvPr/>
              </p:nvCxnSpPr>
              <p:spPr>
                <a:xfrm rot="8436900" flipH="1" flipV="1">
                  <a:off x="6208694" y="3836165"/>
                  <a:ext cx="238942" cy="198265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7" name="Group 266"/>
                <p:cNvGrpSpPr/>
                <p:nvPr/>
              </p:nvGrpSpPr>
              <p:grpSpPr>
                <a:xfrm>
                  <a:off x="5932730" y="3264990"/>
                  <a:ext cx="512824" cy="601556"/>
                  <a:chOff x="5933462" y="3263452"/>
                  <a:chExt cx="512824" cy="601556"/>
                </a:xfrm>
              </p:grpSpPr>
              <p:sp>
                <p:nvSpPr>
                  <p:cNvPr id="286" name="Oval 285"/>
                  <p:cNvSpPr/>
                  <p:nvPr/>
                </p:nvSpPr>
                <p:spPr>
                  <a:xfrm>
                    <a:off x="5933462" y="3770938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87" name="Group 286"/>
                  <p:cNvGrpSpPr/>
                  <p:nvPr/>
                </p:nvGrpSpPr>
                <p:grpSpPr>
                  <a:xfrm>
                    <a:off x="5951917" y="3263452"/>
                    <a:ext cx="494369" cy="601556"/>
                    <a:chOff x="5951917" y="3263452"/>
                    <a:chExt cx="494369" cy="601556"/>
                  </a:xfrm>
                </p:grpSpPr>
                <p:sp>
                  <p:nvSpPr>
                    <p:cNvPr id="288" name="Oval 287"/>
                    <p:cNvSpPr/>
                    <p:nvPr/>
                  </p:nvSpPr>
                  <p:spPr>
                    <a:xfrm>
                      <a:off x="6050146" y="3704266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289" name="Group 288"/>
                    <p:cNvGrpSpPr/>
                    <p:nvPr/>
                  </p:nvGrpSpPr>
                  <p:grpSpPr>
                    <a:xfrm>
                      <a:off x="6098356" y="3771289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312" name="Oval 311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13" name="Oval 312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90" name="Group 289"/>
                    <p:cNvGrpSpPr/>
                    <p:nvPr/>
                  </p:nvGrpSpPr>
                  <p:grpSpPr>
                    <a:xfrm>
                      <a:off x="5984192" y="3819288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310" name="Oval 309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11" name="Oval 310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291" name="Group 290"/>
                    <p:cNvGrpSpPr/>
                    <p:nvPr/>
                  </p:nvGrpSpPr>
                  <p:grpSpPr>
                    <a:xfrm>
                      <a:off x="5951917" y="3263452"/>
                      <a:ext cx="494369" cy="552593"/>
                      <a:chOff x="5951917" y="3263452"/>
                      <a:chExt cx="494369" cy="552593"/>
                    </a:xfrm>
                  </p:grpSpPr>
                  <p:grpSp>
                    <p:nvGrpSpPr>
                      <p:cNvPr id="292" name="Group 291"/>
                      <p:cNvGrpSpPr/>
                      <p:nvPr/>
                    </p:nvGrpSpPr>
                    <p:grpSpPr>
                      <a:xfrm>
                        <a:off x="6118287" y="3268216"/>
                        <a:ext cx="267674" cy="510385"/>
                        <a:chOff x="6084376" y="3386435"/>
                        <a:chExt cx="267674" cy="510385"/>
                      </a:xfrm>
                    </p:grpSpPr>
                    <p:cxnSp>
                      <p:nvCxnSpPr>
                        <p:cNvPr id="308" name="Straight Connector 307"/>
                        <p:cNvCxnSpPr/>
                        <p:nvPr/>
                      </p:nvCxnSpPr>
                      <p:spPr>
                        <a:xfrm flipH="1">
                          <a:off x="6084376" y="3386435"/>
                          <a:ext cx="267674" cy="305980"/>
                        </a:xfrm>
                        <a:prstGeom prst="line">
                          <a:avLst/>
                        </a:prstGeom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09" name="Straight Connector 308"/>
                        <p:cNvCxnSpPr/>
                        <p:nvPr/>
                      </p:nvCxnSpPr>
                      <p:spPr>
                        <a:xfrm>
                          <a:off x="6084376" y="3692415"/>
                          <a:ext cx="0" cy="204405"/>
                        </a:xfrm>
                        <a:prstGeom prst="line">
                          <a:avLst/>
                        </a:prstGeom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93" name="Group 292"/>
                      <p:cNvGrpSpPr/>
                      <p:nvPr/>
                    </p:nvGrpSpPr>
                    <p:grpSpPr>
                      <a:xfrm>
                        <a:off x="5951917" y="3263452"/>
                        <a:ext cx="494369" cy="552593"/>
                        <a:chOff x="5951917" y="3263452"/>
                        <a:chExt cx="494369" cy="552593"/>
                      </a:xfrm>
                    </p:grpSpPr>
                    <p:grpSp>
                      <p:nvGrpSpPr>
                        <p:cNvPr id="294" name="Group 293"/>
                        <p:cNvGrpSpPr/>
                        <p:nvPr/>
                      </p:nvGrpSpPr>
                      <p:grpSpPr>
                        <a:xfrm>
                          <a:off x="5951917" y="3263452"/>
                          <a:ext cx="381657" cy="552593"/>
                          <a:chOff x="5951917" y="3263452"/>
                          <a:chExt cx="381657" cy="552593"/>
                        </a:xfrm>
                      </p:grpSpPr>
                      <p:grpSp>
                        <p:nvGrpSpPr>
                          <p:cNvPr id="298" name="Group 297"/>
                          <p:cNvGrpSpPr/>
                          <p:nvPr/>
                        </p:nvGrpSpPr>
                        <p:grpSpPr>
                          <a:xfrm>
                            <a:off x="6065900" y="3263453"/>
                            <a:ext cx="267674" cy="449119"/>
                            <a:chOff x="6084376" y="3386435"/>
                            <a:chExt cx="267674" cy="449119"/>
                          </a:xfrm>
                        </p:grpSpPr>
                        <p:cxnSp>
                          <p:nvCxnSpPr>
                            <p:cNvPr id="306" name="Straight Connector 305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07" name="Straight Connector 306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143139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299" name="Group 298"/>
                          <p:cNvGrpSpPr/>
                          <p:nvPr/>
                        </p:nvGrpSpPr>
                        <p:grpSpPr>
                          <a:xfrm>
                            <a:off x="5951917" y="3263452"/>
                            <a:ext cx="324500" cy="552593"/>
                            <a:chOff x="5951917" y="3263452"/>
                            <a:chExt cx="324500" cy="552593"/>
                          </a:xfrm>
                        </p:grpSpPr>
                        <p:grpSp>
                          <p:nvGrpSpPr>
                            <p:cNvPr id="300" name="Group 299"/>
                            <p:cNvGrpSpPr/>
                            <p:nvPr/>
                          </p:nvGrpSpPr>
                          <p:grpSpPr>
                            <a:xfrm>
                              <a:off x="6008743" y="3263452"/>
                              <a:ext cx="267674" cy="552593"/>
                              <a:chOff x="6084376" y="3386435"/>
                              <a:chExt cx="267674" cy="552593"/>
                            </a:xfrm>
                          </p:grpSpPr>
                          <p:cxnSp>
                            <p:nvCxnSpPr>
                              <p:cNvPr id="304" name="Straight Connector 303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05" name="Straight Connector 304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2631" cy="246613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301" name="Group 300"/>
                            <p:cNvGrpSpPr/>
                            <p:nvPr/>
                          </p:nvGrpSpPr>
                          <p:grpSpPr>
                            <a:xfrm>
                              <a:off x="5951917" y="3268851"/>
                              <a:ext cx="267674" cy="510385"/>
                              <a:chOff x="6084376" y="3386435"/>
                              <a:chExt cx="267674" cy="510385"/>
                            </a:xfrm>
                          </p:grpSpPr>
                          <p:cxnSp>
                            <p:nvCxnSpPr>
                              <p:cNvPr id="302" name="Straight Connector 301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03" name="Straight Connector 302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204405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295" name="Group 294"/>
                        <p:cNvGrpSpPr/>
                        <p:nvPr/>
                      </p:nvGrpSpPr>
                      <p:grpSpPr>
                        <a:xfrm>
                          <a:off x="6178612" y="3290441"/>
                          <a:ext cx="267674" cy="386209"/>
                          <a:chOff x="6084376" y="3386435"/>
                          <a:chExt cx="267674" cy="386209"/>
                        </a:xfrm>
                      </p:grpSpPr>
                      <p:cxnSp>
                        <p:nvCxnSpPr>
                          <p:cNvPr id="296" name="Straight Connector 295"/>
                          <p:cNvCxnSpPr/>
                          <p:nvPr/>
                        </p:nvCxnSpPr>
                        <p:spPr>
                          <a:xfrm flipH="1">
                            <a:off x="6084376" y="3386435"/>
                            <a:ext cx="267674" cy="30598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97" name="Straight Connector 296"/>
                          <p:cNvCxnSpPr/>
                          <p:nvPr/>
                        </p:nvCxnSpPr>
                        <p:spPr>
                          <a:xfrm>
                            <a:off x="6084376" y="3692415"/>
                            <a:ext cx="0" cy="80229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</p:grpSp>
              </p:grpSp>
            </p:grpSp>
            <p:grpSp>
              <p:nvGrpSpPr>
                <p:cNvPr id="268" name="Group 267"/>
                <p:cNvGrpSpPr/>
                <p:nvPr/>
              </p:nvGrpSpPr>
              <p:grpSpPr>
                <a:xfrm>
                  <a:off x="6178612" y="3676650"/>
                  <a:ext cx="323788" cy="100692"/>
                  <a:chOff x="6178612" y="3676650"/>
                  <a:chExt cx="323788" cy="100692"/>
                </a:xfrm>
              </p:grpSpPr>
              <p:cxnSp>
                <p:nvCxnSpPr>
                  <p:cNvPr id="284" name="Straight Connector 283"/>
                  <p:cNvCxnSpPr/>
                  <p:nvPr/>
                </p:nvCxnSpPr>
                <p:spPr>
                  <a:xfrm>
                    <a:off x="6178612" y="3676650"/>
                    <a:ext cx="66570" cy="100692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/>
                  <p:cNvCxnSpPr/>
                  <p:nvPr/>
                </p:nvCxnSpPr>
                <p:spPr>
                  <a:xfrm>
                    <a:off x="6241843" y="3777342"/>
                    <a:ext cx="260557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9" name="Straight Connector 268"/>
                <p:cNvCxnSpPr/>
                <p:nvPr/>
              </p:nvCxnSpPr>
              <p:spPr>
                <a:xfrm>
                  <a:off x="6204492" y="3836059"/>
                  <a:ext cx="330215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>
                <a:xfrm>
                  <a:off x="6229892" y="3883685"/>
                  <a:ext cx="330215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1" name="Group 270"/>
                <p:cNvGrpSpPr/>
                <p:nvPr/>
              </p:nvGrpSpPr>
              <p:grpSpPr>
                <a:xfrm>
                  <a:off x="6271167" y="3980851"/>
                  <a:ext cx="330215" cy="10190"/>
                  <a:chOff x="6204492" y="3831626"/>
                  <a:chExt cx="330215" cy="10190"/>
                </a:xfrm>
              </p:grpSpPr>
              <p:cxnSp>
                <p:nvCxnSpPr>
                  <p:cNvPr id="282" name="Straight Connector 281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Connector 282"/>
                  <p:cNvCxnSpPr/>
                  <p:nvPr/>
                </p:nvCxnSpPr>
                <p:spPr>
                  <a:xfrm rot="8436900">
                    <a:off x="6522558" y="3831626"/>
                    <a:ext cx="9557" cy="1019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2" name="Group 271"/>
                <p:cNvGrpSpPr/>
                <p:nvPr/>
              </p:nvGrpSpPr>
              <p:grpSpPr>
                <a:xfrm>
                  <a:off x="6165950" y="3808156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280" name="Oval 279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1" name="Oval 280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73" name="Oval 272"/>
                <p:cNvSpPr/>
                <p:nvPr/>
              </p:nvSpPr>
              <p:spPr>
                <a:xfrm>
                  <a:off x="6229528" y="3871723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4" name="Oval 273"/>
                <p:cNvSpPr/>
                <p:nvPr/>
              </p:nvSpPr>
              <p:spPr>
                <a:xfrm>
                  <a:off x="6250961" y="3976502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75" name="Group 274"/>
                <p:cNvGrpSpPr/>
                <p:nvPr/>
              </p:nvGrpSpPr>
              <p:grpSpPr>
                <a:xfrm>
                  <a:off x="6127848" y="3917691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278" name="Oval 277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9" name="Oval 278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276" name="Straight Connector 275"/>
                <p:cNvCxnSpPr/>
                <p:nvPr/>
              </p:nvCxnSpPr>
              <p:spPr>
                <a:xfrm>
                  <a:off x="6855856" y="3774043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/>
                <p:cNvCxnSpPr/>
                <p:nvPr/>
              </p:nvCxnSpPr>
              <p:spPr>
                <a:xfrm>
                  <a:off x="6855856" y="3774043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Group 26"/>
              <p:cNvGrpSpPr/>
              <p:nvPr/>
            </p:nvGrpSpPr>
            <p:grpSpPr>
              <a:xfrm>
                <a:off x="3398365" y="994489"/>
                <a:ext cx="3443046" cy="3041915"/>
                <a:chOff x="3398365" y="994489"/>
                <a:chExt cx="3443046" cy="3041915"/>
              </a:xfrm>
            </p:grpSpPr>
            <p:grpSp>
              <p:nvGrpSpPr>
                <p:cNvPr id="28" name="Group 27"/>
                <p:cNvGrpSpPr/>
                <p:nvPr/>
              </p:nvGrpSpPr>
              <p:grpSpPr>
                <a:xfrm>
                  <a:off x="5849546" y="2698371"/>
                  <a:ext cx="963932" cy="1338033"/>
                  <a:chOff x="5932730" y="2665901"/>
                  <a:chExt cx="963932" cy="1338033"/>
                </a:xfrm>
              </p:grpSpPr>
              <p:grpSp>
                <p:nvGrpSpPr>
                  <p:cNvPr id="178" name="Group 177"/>
                  <p:cNvGrpSpPr/>
                  <p:nvPr/>
                </p:nvGrpSpPr>
                <p:grpSpPr>
                  <a:xfrm>
                    <a:off x="6383524" y="3508645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264" name="Oval 263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65" name="Oval 264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79" name="Group 178"/>
                  <p:cNvGrpSpPr/>
                  <p:nvPr/>
                </p:nvGrpSpPr>
                <p:grpSpPr>
                  <a:xfrm>
                    <a:off x="5932730" y="2665901"/>
                    <a:ext cx="525119" cy="1200645"/>
                    <a:chOff x="5933462" y="2664363"/>
                    <a:chExt cx="525119" cy="1200645"/>
                  </a:xfrm>
                </p:grpSpPr>
                <p:sp>
                  <p:nvSpPr>
                    <p:cNvPr id="221" name="Oval 220"/>
                    <p:cNvSpPr/>
                    <p:nvPr/>
                  </p:nvSpPr>
                  <p:spPr>
                    <a:xfrm>
                      <a:off x="5933462" y="3770938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222" name="Group 221"/>
                    <p:cNvGrpSpPr/>
                    <p:nvPr/>
                  </p:nvGrpSpPr>
                  <p:grpSpPr>
                    <a:xfrm>
                      <a:off x="5951917" y="2664363"/>
                      <a:ext cx="506664" cy="1200645"/>
                      <a:chOff x="5951917" y="2664363"/>
                      <a:chExt cx="506664" cy="1200645"/>
                    </a:xfrm>
                  </p:grpSpPr>
                  <p:sp>
                    <p:nvSpPr>
                      <p:cNvPr id="223" name="Oval 222"/>
                      <p:cNvSpPr/>
                      <p:nvPr/>
                    </p:nvSpPr>
                    <p:spPr>
                      <a:xfrm>
                        <a:off x="6050146" y="3704266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224" name="Group 223"/>
                      <p:cNvGrpSpPr/>
                      <p:nvPr/>
                    </p:nvGrpSpPr>
                    <p:grpSpPr>
                      <a:xfrm>
                        <a:off x="6098356" y="3771289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25" name="Group 224"/>
                      <p:cNvGrpSpPr/>
                      <p:nvPr/>
                    </p:nvGrpSpPr>
                    <p:grpSpPr>
                      <a:xfrm>
                        <a:off x="5984192" y="3819288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260" name="Oval 259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26" name="Group 225"/>
                      <p:cNvGrpSpPr/>
                      <p:nvPr/>
                    </p:nvGrpSpPr>
                    <p:grpSpPr>
                      <a:xfrm>
                        <a:off x="5951917" y="2664363"/>
                        <a:ext cx="506664" cy="1151682"/>
                        <a:chOff x="5951917" y="2664363"/>
                        <a:chExt cx="506664" cy="1151682"/>
                      </a:xfrm>
                    </p:grpSpPr>
                    <p:grpSp>
                      <p:nvGrpSpPr>
                        <p:cNvPr id="227" name="Group 226"/>
                        <p:cNvGrpSpPr/>
                        <p:nvPr/>
                      </p:nvGrpSpPr>
                      <p:grpSpPr>
                        <a:xfrm>
                          <a:off x="5951917" y="2698138"/>
                          <a:ext cx="494369" cy="1117907"/>
                          <a:chOff x="5951917" y="2698138"/>
                          <a:chExt cx="494369" cy="1117907"/>
                        </a:xfrm>
                      </p:grpSpPr>
                      <p:grpSp>
                        <p:nvGrpSpPr>
                          <p:cNvPr id="237" name="Group 236"/>
                          <p:cNvGrpSpPr/>
                          <p:nvPr/>
                        </p:nvGrpSpPr>
                        <p:grpSpPr>
                          <a:xfrm>
                            <a:off x="6118287" y="2843692"/>
                            <a:ext cx="267674" cy="934909"/>
                            <a:chOff x="6084376" y="2961911"/>
                            <a:chExt cx="267674" cy="934909"/>
                          </a:xfrm>
                        </p:grpSpPr>
                        <p:cxnSp>
                          <p:nvCxnSpPr>
                            <p:cNvPr id="257" name="Straight Connector 256"/>
                            <p:cNvCxnSpPr/>
                            <p:nvPr/>
                          </p:nvCxnSpPr>
                          <p:spPr>
                            <a:xfrm>
                              <a:off x="6351467" y="2961911"/>
                              <a:ext cx="0" cy="422137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58" name="Straight Connector 257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59" name="Straight Connector 258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204405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238" name="Group 237"/>
                          <p:cNvGrpSpPr/>
                          <p:nvPr/>
                        </p:nvGrpSpPr>
                        <p:grpSpPr>
                          <a:xfrm>
                            <a:off x="5951917" y="2698138"/>
                            <a:ext cx="494369" cy="1117907"/>
                            <a:chOff x="5951917" y="2698138"/>
                            <a:chExt cx="494369" cy="1117907"/>
                          </a:xfrm>
                        </p:grpSpPr>
                        <p:grpSp>
                          <p:nvGrpSpPr>
                            <p:cNvPr id="239" name="Group 238"/>
                            <p:cNvGrpSpPr/>
                            <p:nvPr/>
                          </p:nvGrpSpPr>
                          <p:grpSpPr>
                            <a:xfrm>
                              <a:off x="5951917" y="2698138"/>
                              <a:ext cx="381657" cy="1117907"/>
                              <a:chOff x="5951917" y="2698138"/>
                              <a:chExt cx="381657" cy="1117907"/>
                            </a:xfrm>
                          </p:grpSpPr>
                          <p:grpSp>
                            <p:nvGrpSpPr>
                              <p:cNvPr id="244" name="Group 243"/>
                              <p:cNvGrpSpPr/>
                              <p:nvPr/>
                            </p:nvGrpSpPr>
                            <p:grpSpPr>
                              <a:xfrm>
                                <a:off x="6065900" y="2698138"/>
                                <a:ext cx="267674" cy="1014434"/>
                                <a:chOff x="6084376" y="2821120"/>
                                <a:chExt cx="267674" cy="1014434"/>
                              </a:xfrm>
                            </p:grpSpPr>
                            <p:cxnSp>
                              <p:nvCxnSpPr>
                                <p:cNvPr id="254" name="Straight Connector 253"/>
                                <p:cNvCxnSpPr/>
                                <p:nvPr/>
                              </p:nvCxnSpPr>
                              <p:spPr>
                                <a:xfrm>
                                  <a:off x="6351467" y="2821120"/>
                                  <a:ext cx="0" cy="562928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255" name="Straight Connector 254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256" name="Straight Connector 255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0" cy="143139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245" name="Group 244"/>
                              <p:cNvGrpSpPr/>
                              <p:nvPr/>
                            </p:nvGrpSpPr>
                            <p:grpSpPr>
                              <a:xfrm>
                                <a:off x="5951917" y="2703536"/>
                                <a:ext cx="324500" cy="1112509"/>
                                <a:chOff x="5951917" y="2703536"/>
                                <a:chExt cx="324500" cy="1112509"/>
                              </a:xfrm>
                            </p:grpSpPr>
                            <p:grpSp>
                              <p:nvGrpSpPr>
                                <p:cNvPr id="246" name="Group 245"/>
                                <p:cNvGrpSpPr/>
                                <p:nvPr/>
                              </p:nvGrpSpPr>
                              <p:grpSpPr>
                                <a:xfrm>
                                  <a:off x="6008743" y="2821120"/>
                                  <a:ext cx="267674" cy="994925"/>
                                  <a:chOff x="6084376" y="2944103"/>
                                  <a:chExt cx="267674" cy="994925"/>
                                </a:xfrm>
                              </p:grpSpPr>
                              <p:cxnSp>
                                <p:nvCxnSpPr>
                                  <p:cNvPr id="251" name="Straight Connector 250"/>
                                  <p:cNvCxnSpPr/>
                                  <p:nvPr/>
                                </p:nvCxnSpPr>
                                <p:spPr>
                                  <a:xfrm>
                                    <a:off x="6351467" y="2944103"/>
                                    <a:ext cx="0" cy="439945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252" name="Straight Connector 251"/>
                                  <p:cNvCxnSpPr/>
                                  <p:nvPr/>
                                </p:nvCxnSpPr>
                                <p:spPr>
                                  <a:xfrm flipH="1">
                                    <a:off x="6084376" y="3386435"/>
                                    <a:ext cx="267674" cy="305980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253" name="Straight Connector 252"/>
                                  <p:cNvCxnSpPr/>
                                  <p:nvPr/>
                                </p:nvCxnSpPr>
                                <p:spPr>
                                  <a:xfrm>
                                    <a:off x="6084376" y="3692415"/>
                                    <a:ext cx="2631" cy="246613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  <p:grpSp>
                              <p:nvGrpSpPr>
                                <p:cNvPr id="247" name="Group 246"/>
                                <p:cNvGrpSpPr/>
                                <p:nvPr/>
                              </p:nvGrpSpPr>
                              <p:grpSpPr>
                                <a:xfrm>
                                  <a:off x="5951917" y="2703536"/>
                                  <a:ext cx="267674" cy="1075700"/>
                                  <a:chOff x="6084376" y="2821120"/>
                                  <a:chExt cx="267674" cy="1075700"/>
                                </a:xfrm>
                              </p:grpSpPr>
                              <p:cxnSp>
                                <p:nvCxnSpPr>
                                  <p:cNvPr id="248" name="Straight Connector 247"/>
                                  <p:cNvCxnSpPr/>
                                  <p:nvPr/>
                                </p:nvCxnSpPr>
                                <p:spPr>
                                  <a:xfrm>
                                    <a:off x="6351467" y="2821120"/>
                                    <a:ext cx="0" cy="562928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249" name="Straight Connector 248"/>
                                  <p:cNvCxnSpPr/>
                                  <p:nvPr/>
                                </p:nvCxnSpPr>
                                <p:spPr>
                                  <a:xfrm flipH="1">
                                    <a:off x="6084376" y="3386435"/>
                                    <a:ext cx="267674" cy="305980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250" name="Straight Connector 249"/>
                                  <p:cNvCxnSpPr/>
                                  <p:nvPr/>
                                </p:nvCxnSpPr>
                                <p:spPr>
                                  <a:xfrm>
                                    <a:off x="6084376" y="3692415"/>
                                    <a:ext cx="0" cy="204405"/>
                                  </a:xfrm>
                                  <a:prstGeom prst="line">
                                    <a:avLst/>
                                  </a:prstGeom>
                                  <a:ln>
                                    <a:solidFill>
                                      <a:srgbClr val="1C355E"/>
                                    </a:solidFill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</p:grpSp>
                        </p:grpSp>
                        <p:grpSp>
                          <p:nvGrpSpPr>
                            <p:cNvPr id="240" name="Group 239"/>
                            <p:cNvGrpSpPr/>
                            <p:nvPr/>
                          </p:nvGrpSpPr>
                          <p:grpSpPr>
                            <a:xfrm>
                              <a:off x="6178612" y="2725126"/>
                              <a:ext cx="267674" cy="951524"/>
                              <a:chOff x="6084376" y="2821120"/>
                              <a:chExt cx="267674" cy="951524"/>
                            </a:xfrm>
                          </p:grpSpPr>
                          <p:cxnSp>
                            <p:nvCxnSpPr>
                              <p:cNvPr id="241" name="Straight Connector 240"/>
                              <p:cNvCxnSpPr/>
                              <p:nvPr/>
                            </p:nvCxnSpPr>
                            <p:spPr>
                              <a:xfrm>
                                <a:off x="6351467" y="2821120"/>
                                <a:ext cx="0" cy="562928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42" name="Straight Connector 241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43" name="Straight Connector 242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80229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</p:grpSp>
                    </p:grpSp>
                    <p:grpSp>
                      <p:nvGrpSpPr>
                        <p:cNvPr id="228" name="Group 227"/>
                        <p:cNvGrpSpPr/>
                        <p:nvPr/>
                      </p:nvGrpSpPr>
                      <p:grpSpPr>
                        <a:xfrm>
                          <a:off x="6196123" y="2666744"/>
                          <a:ext cx="45720" cy="45720"/>
                          <a:chOff x="5652784" y="2816442"/>
                          <a:chExt cx="82296" cy="82296"/>
                        </a:xfrm>
                      </p:grpSpPr>
                      <p:sp>
                        <p:nvSpPr>
                          <p:cNvPr id="235" name="Oval 234"/>
                          <p:cNvSpPr/>
                          <p:nvPr/>
                        </p:nvSpPr>
                        <p:spPr>
                          <a:xfrm>
                            <a:off x="5652784" y="2816442"/>
                            <a:ext cx="82296" cy="82296"/>
                          </a:xfrm>
                          <a:prstGeom prst="ellipse">
                            <a:avLst/>
                          </a:prstGeom>
                          <a:solidFill>
                            <a:srgbClr val="00B0F0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236" name="Oval 235"/>
                          <p:cNvSpPr/>
                          <p:nvPr/>
                        </p:nvSpPr>
                        <p:spPr>
                          <a:xfrm flipH="1">
                            <a:off x="5680421" y="2843692"/>
                            <a:ext cx="27432" cy="27432"/>
                          </a:xfrm>
                          <a:prstGeom prst="ellipse">
                            <a:avLst/>
                          </a:prstGeom>
                          <a:solidFill>
                            <a:srgbClr val="1C355E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6262080" y="280016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grpSp>
                      <p:nvGrpSpPr>
                        <p:cNvPr id="230" name="Group 229"/>
                        <p:cNvGrpSpPr/>
                        <p:nvPr/>
                      </p:nvGrpSpPr>
                      <p:grpSpPr>
                        <a:xfrm>
                          <a:off x="6310425" y="2664363"/>
                          <a:ext cx="45720" cy="45720"/>
                          <a:chOff x="5652784" y="2816442"/>
                          <a:chExt cx="82296" cy="82296"/>
                        </a:xfrm>
                      </p:grpSpPr>
                      <p:sp>
                        <p:nvSpPr>
                          <p:cNvPr id="233" name="Oval 232"/>
                          <p:cNvSpPr/>
                          <p:nvPr/>
                        </p:nvSpPr>
                        <p:spPr>
                          <a:xfrm>
                            <a:off x="5652784" y="2816442"/>
                            <a:ext cx="82296" cy="82296"/>
                          </a:xfrm>
                          <a:prstGeom prst="ellipse">
                            <a:avLst/>
                          </a:prstGeom>
                          <a:solidFill>
                            <a:srgbClr val="00B0F0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234" name="Oval 233"/>
                          <p:cNvSpPr/>
                          <p:nvPr/>
                        </p:nvSpPr>
                        <p:spPr>
                          <a:xfrm flipH="1">
                            <a:off x="5680421" y="2843692"/>
                            <a:ext cx="27432" cy="27432"/>
                          </a:xfrm>
                          <a:prstGeom prst="ellipse">
                            <a:avLst/>
                          </a:prstGeom>
                          <a:solidFill>
                            <a:srgbClr val="1C355E"/>
                          </a:solidFill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6431149" y="271126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6373995" y="2822381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0" name="Group 179"/>
                  <p:cNvGrpSpPr/>
                  <p:nvPr/>
                </p:nvGrpSpPr>
                <p:grpSpPr>
                  <a:xfrm>
                    <a:off x="6178612" y="3499880"/>
                    <a:ext cx="594846" cy="277462"/>
                    <a:chOff x="6178612" y="3499880"/>
                    <a:chExt cx="594846" cy="277462"/>
                  </a:xfrm>
                </p:grpSpPr>
                <p:cxnSp>
                  <p:nvCxnSpPr>
                    <p:cNvPr id="218" name="Straight Connector 217"/>
                    <p:cNvCxnSpPr/>
                    <p:nvPr/>
                  </p:nvCxnSpPr>
                  <p:spPr>
                    <a:xfrm>
                      <a:off x="6178612" y="3676650"/>
                      <a:ext cx="66570" cy="100692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9" name="Straight Connector 218"/>
                    <p:cNvCxnSpPr/>
                    <p:nvPr/>
                  </p:nvCxnSpPr>
                  <p:spPr>
                    <a:xfrm>
                      <a:off x="6241843" y="3777342"/>
                      <a:ext cx="260557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Connector 219"/>
                    <p:cNvCxnSpPr/>
                    <p:nvPr/>
                  </p:nvCxnSpPr>
                  <p:spPr>
                    <a:xfrm flipV="1">
                      <a:off x="6504627" y="3499880"/>
                      <a:ext cx="268831" cy="274932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1" name="Group 180"/>
                  <p:cNvGrpSpPr/>
                  <p:nvPr/>
                </p:nvGrpSpPr>
                <p:grpSpPr>
                  <a:xfrm>
                    <a:off x="6510870" y="2937504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216" name="Oval 215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7" name="Oval 216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2" name="Group 181"/>
                  <p:cNvGrpSpPr/>
                  <p:nvPr/>
                </p:nvGrpSpPr>
                <p:grpSpPr>
                  <a:xfrm>
                    <a:off x="6761275" y="3451763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14" name="Oval 213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5" name="Oval 214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83" name="Group 182"/>
                  <p:cNvGrpSpPr/>
                  <p:nvPr/>
                </p:nvGrpSpPr>
                <p:grpSpPr>
                  <a:xfrm>
                    <a:off x="6204492" y="3596421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212" name="Straight Connector 211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3" name="Straight Connector 212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4" name="Group 183"/>
                  <p:cNvGrpSpPr/>
                  <p:nvPr/>
                </p:nvGrpSpPr>
                <p:grpSpPr>
                  <a:xfrm>
                    <a:off x="6229892" y="3588237"/>
                    <a:ext cx="626707" cy="297015"/>
                    <a:chOff x="6204492" y="3540612"/>
                    <a:chExt cx="626707" cy="297015"/>
                  </a:xfrm>
                </p:grpSpPr>
                <p:cxnSp>
                  <p:nvCxnSpPr>
                    <p:cNvPr id="210" name="Straight Connector 209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1" name="Straight Connector 210"/>
                    <p:cNvCxnSpPr/>
                    <p:nvPr/>
                  </p:nvCxnSpPr>
                  <p:spPr>
                    <a:xfrm flipV="1">
                      <a:off x="6534263" y="3540612"/>
                      <a:ext cx="296936" cy="297015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5" name="Group 184"/>
                  <p:cNvGrpSpPr/>
                  <p:nvPr/>
                </p:nvGrpSpPr>
                <p:grpSpPr>
                  <a:xfrm>
                    <a:off x="6172924" y="3694846"/>
                    <a:ext cx="646931" cy="241206"/>
                    <a:chOff x="6128474" y="3596421"/>
                    <a:chExt cx="646931" cy="241206"/>
                  </a:xfrm>
                </p:grpSpPr>
                <p:cxnSp>
                  <p:nvCxnSpPr>
                    <p:cNvPr id="208" name="Straight Connector 207"/>
                    <p:cNvCxnSpPr/>
                    <p:nvPr/>
                  </p:nvCxnSpPr>
                  <p:spPr>
                    <a:xfrm>
                      <a:off x="6128474" y="3836060"/>
                      <a:ext cx="406233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9" name="Straight Connector 208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6" name="Group 185"/>
                  <p:cNvGrpSpPr/>
                  <p:nvPr/>
                </p:nvGrpSpPr>
                <p:grpSpPr>
                  <a:xfrm>
                    <a:off x="6271167" y="3745646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7" name="Straight Connector 206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87" name="Oval 186"/>
                  <p:cNvSpPr/>
                  <p:nvPr/>
                </p:nvSpPr>
                <p:spPr>
                  <a:xfrm>
                    <a:off x="6767699" y="3581211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88" name="Group 187"/>
                  <p:cNvGrpSpPr/>
                  <p:nvPr/>
                </p:nvGrpSpPr>
                <p:grpSpPr>
                  <a:xfrm>
                    <a:off x="6850942" y="354636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04" name="Oval 203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5" name="Oval 204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89" name="Oval 188"/>
                  <p:cNvSpPr/>
                  <p:nvPr/>
                </p:nvSpPr>
                <p:spPr>
                  <a:xfrm>
                    <a:off x="6810330" y="3673397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0" name="Group 189"/>
                  <p:cNvGrpSpPr/>
                  <p:nvPr/>
                </p:nvGrpSpPr>
                <p:grpSpPr>
                  <a:xfrm>
                    <a:off x="6834057" y="3724949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02" name="Oval 201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3" name="Oval 202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91" name="Group 190"/>
                  <p:cNvGrpSpPr/>
                  <p:nvPr/>
                </p:nvGrpSpPr>
                <p:grpSpPr>
                  <a:xfrm>
                    <a:off x="6165950" y="3808156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200" name="Oval 199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1" name="Oval 200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92" name="Oval 191"/>
                  <p:cNvSpPr/>
                  <p:nvPr/>
                </p:nvSpPr>
                <p:spPr>
                  <a:xfrm>
                    <a:off x="6229528" y="387172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3" name="Oval 192"/>
                  <p:cNvSpPr/>
                  <p:nvPr/>
                </p:nvSpPr>
                <p:spPr>
                  <a:xfrm>
                    <a:off x="6250961" y="3976502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4" name="Group 193"/>
                  <p:cNvGrpSpPr/>
                  <p:nvPr/>
                </p:nvGrpSpPr>
                <p:grpSpPr>
                  <a:xfrm>
                    <a:off x="6127848" y="391769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198" name="Oval 197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9" name="Oval 198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195" name="Straight Connector 194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7" name="Rectangle 196"/>
                  <p:cNvSpPr/>
                  <p:nvPr/>
                </p:nvSpPr>
                <p:spPr>
                  <a:xfrm>
                    <a:off x="6534263" y="3165835"/>
                    <a:ext cx="187246" cy="250607"/>
                  </a:xfrm>
                  <a:prstGeom prst="rect">
                    <a:avLst/>
                  </a:prstGeom>
                  <a:solidFill>
                    <a:srgbClr val="1C355E"/>
                  </a:solidFill>
                  <a:ln w="28575"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9" name="Group 28"/>
                <p:cNvGrpSpPr/>
                <p:nvPr/>
              </p:nvGrpSpPr>
              <p:grpSpPr>
                <a:xfrm rot="7703424">
                  <a:off x="5529828" y="1014388"/>
                  <a:ext cx="137160" cy="137160"/>
                  <a:chOff x="5578565" y="2719698"/>
                  <a:chExt cx="82296" cy="82296"/>
                </a:xfrm>
              </p:grpSpPr>
              <p:sp>
                <p:nvSpPr>
                  <p:cNvPr id="176" name="Oval 175"/>
                  <p:cNvSpPr/>
                  <p:nvPr/>
                </p:nvSpPr>
                <p:spPr>
                  <a:xfrm>
                    <a:off x="5578565" y="2719698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" name="Oval 176"/>
                  <p:cNvSpPr/>
                  <p:nvPr/>
                </p:nvSpPr>
                <p:spPr>
                  <a:xfrm flipH="1">
                    <a:off x="5606201" y="2746949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0" name="Group 29"/>
                <p:cNvGrpSpPr/>
                <p:nvPr/>
              </p:nvGrpSpPr>
              <p:grpSpPr>
                <a:xfrm rot="7703424">
                  <a:off x="5714998" y="1020985"/>
                  <a:ext cx="362419" cy="684955"/>
                  <a:chOff x="6182840" y="2664363"/>
                  <a:chExt cx="362419" cy="684955"/>
                </a:xfrm>
              </p:grpSpPr>
              <p:sp>
                <p:nvSpPr>
                  <p:cNvPr id="152" name="Oval 151"/>
                  <p:cNvSpPr/>
                  <p:nvPr/>
                </p:nvSpPr>
                <p:spPr>
                  <a:xfrm>
                    <a:off x="6200178" y="325436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53" name="Group 152"/>
                  <p:cNvGrpSpPr/>
                  <p:nvPr/>
                </p:nvGrpSpPr>
                <p:grpSpPr>
                  <a:xfrm>
                    <a:off x="6182840" y="2664363"/>
                    <a:ext cx="362419" cy="684955"/>
                    <a:chOff x="6182840" y="2664363"/>
                    <a:chExt cx="362419" cy="684955"/>
                  </a:xfrm>
                </p:grpSpPr>
                <p:grpSp>
                  <p:nvGrpSpPr>
                    <p:cNvPr id="154" name="Group 153"/>
                    <p:cNvGrpSpPr/>
                    <p:nvPr/>
                  </p:nvGrpSpPr>
                  <p:grpSpPr>
                    <a:xfrm>
                      <a:off x="6182840" y="2698138"/>
                      <a:ext cx="362419" cy="651180"/>
                      <a:chOff x="6182840" y="2698138"/>
                      <a:chExt cx="362419" cy="651180"/>
                    </a:xfrm>
                  </p:grpSpPr>
                  <p:cxnSp>
                    <p:nvCxnSpPr>
                      <p:cNvPr id="164" name="Straight Connector 163"/>
                      <p:cNvCxnSpPr/>
                      <p:nvPr/>
                    </p:nvCxnSpPr>
                    <p:spPr>
                      <a:xfrm rot="13896576" flipH="1" flipV="1">
                        <a:off x="6267296" y="2904176"/>
                        <a:ext cx="243175" cy="183729"/>
                      </a:xfrm>
                      <a:prstGeom prst="line">
                        <a:avLst/>
                      </a:prstGeom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65" name="Group 164"/>
                      <p:cNvGrpSpPr/>
                      <p:nvPr/>
                    </p:nvGrpSpPr>
                    <p:grpSpPr>
                      <a:xfrm>
                        <a:off x="6182840" y="2698138"/>
                        <a:ext cx="362419" cy="651180"/>
                        <a:chOff x="6182840" y="2698138"/>
                        <a:chExt cx="362419" cy="651180"/>
                      </a:xfrm>
                    </p:grpSpPr>
                    <p:grpSp>
                      <p:nvGrpSpPr>
                        <p:cNvPr id="166" name="Group 165"/>
                        <p:cNvGrpSpPr/>
                        <p:nvPr/>
                      </p:nvGrpSpPr>
                      <p:grpSpPr>
                        <a:xfrm>
                          <a:off x="6182840" y="2698138"/>
                          <a:ext cx="322263" cy="651180"/>
                          <a:chOff x="6182840" y="2698138"/>
                          <a:chExt cx="322263" cy="651180"/>
                        </a:xfrm>
                      </p:grpSpPr>
                      <p:grpSp>
                        <p:nvGrpSpPr>
                          <p:cNvPr id="168" name="Group 167"/>
                          <p:cNvGrpSpPr/>
                          <p:nvPr/>
                        </p:nvGrpSpPr>
                        <p:grpSpPr>
                          <a:xfrm>
                            <a:off x="6332991" y="2698138"/>
                            <a:ext cx="172112" cy="651180"/>
                            <a:chOff x="6351467" y="2821120"/>
                            <a:chExt cx="172112" cy="651180"/>
                          </a:xfrm>
                        </p:grpSpPr>
                        <p:cxnSp>
                          <p:nvCxnSpPr>
                            <p:cNvPr id="174" name="Straight Connector 173"/>
                            <p:cNvCxnSpPr/>
                            <p:nvPr/>
                          </p:nvCxnSpPr>
                          <p:spPr>
                            <a:xfrm>
                              <a:off x="6351467" y="2821120"/>
                              <a:ext cx="0" cy="562928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75" name="Straight Connector 174"/>
                            <p:cNvCxnSpPr>
                              <a:endCxn id="57" idx="1"/>
                            </p:cNvCxnSpPr>
                            <p:nvPr/>
                          </p:nvCxnSpPr>
                          <p:spPr>
                            <a:xfrm rot="13896576" flipH="1">
                              <a:off x="6379969" y="3328691"/>
                              <a:ext cx="145583" cy="141636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169" name="Group 168"/>
                          <p:cNvGrpSpPr/>
                          <p:nvPr/>
                        </p:nvGrpSpPr>
                        <p:grpSpPr>
                          <a:xfrm>
                            <a:off x="6182840" y="2703536"/>
                            <a:ext cx="108422" cy="602555"/>
                            <a:chOff x="6182840" y="2703536"/>
                            <a:chExt cx="108422" cy="602555"/>
                          </a:xfrm>
                        </p:grpSpPr>
                        <p:grpSp>
                          <p:nvGrpSpPr>
                            <p:cNvPr id="170" name="Group 169"/>
                            <p:cNvGrpSpPr/>
                            <p:nvPr/>
                          </p:nvGrpSpPr>
                          <p:grpSpPr>
                            <a:xfrm>
                              <a:off x="6182840" y="2821120"/>
                              <a:ext cx="108422" cy="484971"/>
                              <a:chOff x="6258473" y="2944103"/>
                              <a:chExt cx="108422" cy="484971"/>
                            </a:xfrm>
                          </p:grpSpPr>
                          <p:cxnSp>
                            <p:nvCxnSpPr>
                              <p:cNvPr id="172" name="Straight Connector 171"/>
                              <p:cNvCxnSpPr/>
                              <p:nvPr/>
                            </p:nvCxnSpPr>
                            <p:spPr>
                              <a:xfrm>
                                <a:off x="6351467" y="2944103"/>
                                <a:ext cx="0" cy="439945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73" name="Straight Connector 172"/>
                              <p:cNvCxnSpPr/>
                              <p:nvPr/>
                            </p:nvCxnSpPr>
                            <p:spPr>
                              <a:xfrm rot="13896576" flipH="1" flipV="1">
                                <a:off x="6307653" y="3369833"/>
                                <a:ext cx="10061" cy="108422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cxnSp>
                          <p:nvCxnSpPr>
                            <p:cNvPr id="171" name="Straight Connector 170"/>
                            <p:cNvCxnSpPr/>
                            <p:nvPr/>
                          </p:nvCxnSpPr>
                          <p:spPr>
                            <a:xfrm>
                              <a:off x="6219008" y="2703536"/>
                              <a:ext cx="0" cy="562928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cxnSp>
                      <p:nvCxnSpPr>
                        <p:cNvPr id="167" name="Straight Connector 166"/>
                        <p:cNvCxnSpPr/>
                        <p:nvPr/>
                      </p:nvCxnSpPr>
                      <p:spPr>
                        <a:xfrm rot="13896576" flipH="1" flipV="1">
                          <a:off x="6321096" y="2786921"/>
                          <a:ext cx="252417" cy="195909"/>
                        </a:xfrm>
                        <a:prstGeom prst="line">
                          <a:avLst/>
                        </a:prstGeom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155" name="Group 154"/>
                    <p:cNvGrpSpPr/>
                    <p:nvPr/>
                  </p:nvGrpSpPr>
                  <p:grpSpPr>
                    <a:xfrm>
                      <a:off x="6196123" y="2666744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162" name="Oval 161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63" name="Oval 162"/>
                      <p:cNvSpPr/>
                      <p:nvPr/>
                    </p:nvSpPr>
                    <p:spPr>
                      <a:xfrm flipH="1">
                        <a:off x="5680421" y="2843692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156" name="Oval 155"/>
                    <p:cNvSpPr/>
                    <p:nvPr/>
                  </p:nvSpPr>
                  <p:spPr>
                    <a:xfrm>
                      <a:off x="6262080" y="280016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57" name="Group 156"/>
                    <p:cNvGrpSpPr/>
                    <p:nvPr/>
                  </p:nvGrpSpPr>
                  <p:grpSpPr>
                    <a:xfrm>
                      <a:off x="6310425" y="2664363"/>
                      <a:ext cx="45720" cy="45720"/>
                      <a:chOff x="5652784" y="2816442"/>
                      <a:chExt cx="82296" cy="82296"/>
                    </a:xfrm>
                  </p:grpSpPr>
                  <p:sp>
                    <p:nvSpPr>
                      <p:cNvPr id="160" name="Oval 159"/>
                      <p:cNvSpPr/>
                      <p:nvPr/>
                    </p:nvSpPr>
                    <p:spPr>
                      <a:xfrm>
                        <a:off x="5652784" y="2816442"/>
                        <a:ext cx="82296" cy="82296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61" name="Oval 160"/>
                      <p:cNvSpPr/>
                      <p:nvPr/>
                    </p:nvSpPr>
                    <p:spPr>
                      <a:xfrm flipH="1">
                        <a:off x="5680420" y="2843691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1C355E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158" name="Oval 157"/>
                    <p:cNvSpPr/>
                    <p:nvPr/>
                  </p:nvSpPr>
                  <p:spPr>
                    <a:xfrm>
                      <a:off x="6431149" y="271126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" name="Oval 158"/>
                    <p:cNvSpPr/>
                    <p:nvPr/>
                  </p:nvSpPr>
                  <p:spPr>
                    <a:xfrm>
                      <a:off x="6373995" y="2822381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31" name="Group 30"/>
                <p:cNvGrpSpPr/>
                <p:nvPr/>
              </p:nvGrpSpPr>
              <p:grpSpPr>
                <a:xfrm rot="7703424">
                  <a:off x="5695205" y="1465711"/>
                  <a:ext cx="137160" cy="137160"/>
                  <a:chOff x="5652784" y="2816442"/>
                  <a:chExt cx="82296" cy="82296"/>
                </a:xfrm>
              </p:grpSpPr>
              <p:sp>
                <p:nvSpPr>
                  <p:cNvPr id="150" name="Oval 149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" name="Oval 150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" name="Group 31"/>
                <p:cNvGrpSpPr/>
                <p:nvPr/>
              </p:nvGrpSpPr>
              <p:grpSpPr>
                <a:xfrm rot="7703424">
                  <a:off x="5735914" y="1266190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48" name="Oval 147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" name="Oval 148"/>
                  <p:cNvSpPr/>
                  <p:nvPr/>
                </p:nvSpPr>
                <p:spPr>
                  <a:xfrm flipH="1">
                    <a:off x="5680420" y="2843694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33" name="Straight Connector 32"/>
                <p:cNvCxnSpPr/>
                <p:nvPr/>
              </p:nvCxnSpPr>
              <p:spPr>
                <a:xfrm rot="7703424">
                  <a:off x="4990208" y="1274022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rot="7703424">
                  <a:off x="4990208" y="1274022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5" name="Group 34"/>
                <p:cNvGrpSpPr/>
                <p:nvPr/>
              </p:nvGrpSpPr>
              <p:grpSpPr>
                <a:xfrm rot="6502207">
                  <a:off x="4300075" y="1819660"/>
                  <a:ext cx="594846" cy="277462"/>
                  <a:chOff x="6178612" y="3499880"/>
                  <a:chExt cx="594846" cy="277462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>
                    <a:off x="6178612" y="3676650"/>
                    <a:ext cx="66570" cy="100692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6241843" y="3777342"/>
                    <a:ext cx="260557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Straight Connector 146"/>
                  <p:cNvCxnSpPr/>
                  <p:nvPr/>
                </p:nvCxnSpPr>
                <p:spPr>
                  <a:xfrm flipV="1">
                    <a:off x="6504627" y="3499880"/>
                    <a:ext cx="268831" cy="274932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6" name="Group 35"/>
                <p:cNvGrpSpPr/>
                <p:nvPr/>
              </p:nvGrpSpPr>
              <p:grpSpPr>
                <a:xfrm rot="6502207">
                  <a:off x="4633171" y="2279612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43" name="Oval 142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Oval 143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 rot="6502207">
                  <a:off x="4233240" y="1826281"/>
                  <a:ext cx="570913" cy="241206"/>
                  <a:chOff x="6204492" y="3596421"/>
                  <a:chExt cx="570913" cy="241206"/>
                </a:xfrm>
              </p:grpSpPr>
              <p:cxnSp>
                <p:nvCxnSpPr>
                  <p:cNvPr id="141" name="Straight Connector 140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Connector 141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" name="Group 37"/>
                <p:cNvGrpSpPr/>
                <p:nvPr/>
              </p:nvGrpSpPr>
              <p:grpSpPr>
                <a:xfrm rot="6502207">
                  <a:off x="4169830" y="1842742"/>
                  <a:ext cx="626707" cy="297015"/>
                  <a:chOff x="6204492" y="3540612"/>
                  <a:chExt cx="626707" cy="297015"/>
                </a:xfrm>
              </p:grpSpPr>
              <p:cxnSp>
                <p:nvCxnSpPr>
                  <p:cNvPr id="139" name="Straight Connector 138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Connector 139"/>
                  <p:cNvCxnSpPr/>
                  <p:nvPr/>
                </p:nvCxnSpPr>
                <p:spPr>
                  <a:xfrm flipV="1">
                    <a:off x="6534263" y="3540612"/>
                    <a:ext cx="296936" cy="297015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" name="Group 38"/>
                <p:cNvGrpSpPr/>
                <p:nvPr/>
              </p:nvGrpSpPr>
              <p:grpSpPr>
                <a:xfrm rot="6502207">
                  <a:off x="4099792" y="1801374"/>
                  <a:ext cx="646931" cy="241206"/>
                  <a:chOff x="6128474" y="3596421"/>
                  <a:chExt cx="646931" cy="241206"/>
                </a:xfrm>
              </p:grpSpPr>
              <p:cxnSp>
                <p:nvCxnSpPr>
                  <p:cNvPr id="137" name="Straight Connector 136"/>
                  <p:cNvCxnSpPr/>
                  <p:nvPr/>
                </p:nvCxnSpPr>
                <p:spPr>
                  <a:xfrm>
                    <a:off x="6128474" y="3836060"/>
                    <a:ext cx="406233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/>
                <p:cNvGrpSpPr/>
                <p:nvPr/>
              </p:nvGrpSpPr>
              <p:grpSpPr>
                <a:xfrm rot="6502207">
                  <a:off x="4070606" y="1842529"/>
                  <a:ext cx="570913" cy="241206"/>
                  <a:chOff x="6204492" y="3596421"/>
                  <a:chExt cx="570913" cy="241206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>
                    <a:off x="6204492" y="3836059"/>
                    <a:ext cx="330215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 flipV="1">
                    <a:off x="6534263" y="3596421"/>
                    <a:ext cx="241142" cy="241206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1" name="Oval 40"/>
                <p:cNvSpPr/>
                <p:nvPr/>
              </p:nvSpPr>
              <p:spPr>
                <a:xfrm rot="6502207">
                  <a:off x="4528998" y="2248261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2" name="Group 41"/>
                <p:cNvGrpSpPr/>
                <p:nvPr/>
              </p:nvGrpSpPr>
              <p:grpSpPr>
                <a:xfrm rot="6502207">
                  <a:off x="4515134" y="2334897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33" name="Oval 132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Oval 133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3" name="Oval 42"/>
                <p:cNvSpPr/>
                <p:nvPr/>
              </p:nvSpPr>
              <p:spPr>
                <a:xfrm rot="6502207">
                  <a:off x="4428075" y="2259666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4" name="Group 43"/>
                <p:cNvGrpSpPr/>
                <p:nvPr/>
              </p:nvGrpSpPr>
              <p:grpSpPr>
                <a:xfrm rot="6502207">
                  <a:off x="4350968" y="2262590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31" name="Oval 130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" name="Oval 131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5" name="Group 44"/>
                <p:cNvGrpSpPr/>
                <p:nvPr/>
              </p:nvGrpSpPr>
              <p:grpSpPr>
                <a:xfrm rot="6502207">
                  <a:off x="4482558" y="1602306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29" name="Oval 128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0" name="Oval 129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6" name="Oval 45"/>
                <p:cNvSpPr/>
                <p:nvPr/>
              </p:nvSpPr>
              <p:spPr>
                <a:xfrm rot="6502207">
                  <a:off x="4422898" y="1645959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/>
                <p:cNvSpPr/>
                <p:nvPr/>
              </p:nvSpPr>
              <p:spPr>
                <a:xfrm rot="6502207">
                  <a:off x="4316703" y="1633278"/>
                  <a:ext cx="27432" cy="27432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8" name="Group 47"/>
                <p:cNvGrpSpPr/>
                <p:nvPr/>
              </p:nvGrpSpPr>
              <p:grpSpPr>
                <a:xfrm rot="6502207">
                  <a:off x="4390613" y="1531625"/>
                  <a:ext cx="45720" cy="45720"/>
                  <a:chOff x="5652784" y="2816442"/>
                  <a:chExt cx="82296" cy="82296"/>
                </a:xfrm>
              </p:grpSpPr>
              <p:sp>
                <p:nvSpPr>
                  <p:cNvPr id="127" name="Oval 126"/>
                  <p:cNvSpPr/>
                  <p:nvPr/>
                </p:nvSpPr>
                <p:spPr>
                  <a:xfrm>
                    <a:off x="5652784" y="2816442"/>
                    <a:ext cx="82296" cy="82296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" name="Oval 127"/>
                  <p:cNvSpPr/>
                  <p:nvPr/>
                </p:nvSpPr>
                <p:spPr>
                  <a:xfrm flipH="1">
                    <a:off x="5680421" y="2843692"/>
                    <a:ext cx="27432" cy="27432"/>
                  </a:xfrm>
                  <a:prstGeom prst="ellipse">
                    <a:avLst/>
                  </a:prstGeom>
                  <a:solidFill>
                    <a:srgbClr val="1C355E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49" name="Straight Connector 48"/>
                <p:cNvCxnSpPr/>
                <p:nvPr/>
              </p:nvCxnSpPr>
              <p:spPr>
                <a:xfrm rot="6502207">
                  <a:off x="4349266" y="2276175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rot="6502207">
                  <a:off x="4349266" y="2276175"/>
                  <a:ext cx="0" cy="0"/>
                </a:xfrm>
                <a:prstGeom prst="line">
                  <a:avLst/>
                </a:prstGeom>
                <a:ln>
                  <a:solidFill>
                    <a:srgbClr val="1C355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Rectangle 50"/>
                <p:cNvSpPr/>
                <p:nvPr/>
              </p:nvSpPr>
              <p:spPr>
                <a:xfrm rot="4137171">
                  <a:off x="4664097" y="1513811"/>
                  <a:ext cx="187246" cy="250607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2" name="Group 51"/>
                <p:cNvGrpSpPr/>
                <p:nvPr/>
              </p:nvGrpSpPr>
              <p:grpSpPr>
                <a:xfrm rot="9604852">
                  <a:off x="3398365" y="2649654"/>
                  <a:ext cx="947047" cy="738944"/>
                  <a:chOff x="5932730" y="3264990"/>
                  <a:chExt cx="947047" cy="738944"/>
                </a:xfrm>
              </p:grpSpPr>
              <p:grpSp>
                <p:nvGrpSpPr>
                  <p:cNvPr id="58" name="Group 57"/>
                  <p:cNvGrpSpPr/>
                  <p:nvPr/>
                </p:nvGrpSpPr>
                <p:grpSpPr>
                  <a:xfrm>
                    <a:off x="6383524" y="3508645"/>
                    <a:ext cx="137160" cy="137160"/>
                    <a:chOff x="5652784" y="2816442"/>
                    <a:chExt cx="82296" cy="82296"/>
                  </a:xfrm>
                </p:grpSpPr>
                <p:sp>
                  <p:nvSpPr>
                    <p:cNvPr id="125" name="Oval 124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6" name="Oval 125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9" name="Group 58"/>
                  <p:cNvGrpSpPr/>
                  <p:nvPr/>
                </p:nvGrpSpPr>
                <p:grpSpPr>
                  <a:xfrm>
                    <a:off x="5932730" y="3264990"/>
                    <a:ext cx="512824" cy="601556"/>
                    <a:chOff x="5933462" y="3263452"/>
                    <a:chExt cx="512824" cy="601556"/>
                  </a:xfrm>
                </p:grpSpPr>
                <p:sp>
                  <p:nvSpPr>
                    <p:cNvPr id="97" name="Oval 96"/>
                    <p:cNvSpPr/>
                    <p:nvPr/>
                  </p:nvSpPr>
                  <p:spPr>
                    <a:xfrm>
                      <a:off x="5933462" y="3770938"/>
                      <a:ext cx="27432" cy="27432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98" name="Group 97"/>
                    <p:cNvGrpSpPr/>
                    <p:nvPr/>
                  </p:nvGrpSpPr>
                  <p:grpSpPr>
                    <a:xfrm>
                      <a:off x="5951917" y="3263452"/>
                      <a:ext cx="494369" cy="601556"/>
                      <a:chOff x="5951917" y="3263452"/>
                      <a:chExt cx="494369" cy="601556"/>
                    </a:xfrm>
                  </p:grpSpPr>
                  <p:sp>
                    <p:nvSpPr>
                      <p:cNvPr id="99" name="Oval 98"/>
                      <p:cNvSpPr/>
                      <p:nvPr/>
                    </p:nvSpPr>
                    <p:spPr>
                      <a:xfrm>
                        <a:off x="6050146" y="3704266"/>
                        <a:ext cx="27432" cy="27432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>
                        <a:solidFill>
                          <a:srgbClr val="1C355E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100" name="Group 99"/>
                      <p:cNvGrpSpPr/>
                      <p:nvPr/>
                    </p:nvGrpSpPr>
                    <p:grpSpPr>
                      <a:xfrm>
                        <a:off x="6098356" y="3771289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123" name="Oval 122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4" name="Oval 123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1" name="Group 100"/>
                      <p:cNvGrpSpPr/>
                      <p:nvPr/>
                    </p:nvGrpSpPr>
                    <p:grpSpPr>
                      <a:xfrm>
                        <a:off x="5984192" y="3819288"/>
                        <a:ext cx="45720" cy="45720"/>
                        <a:chOff x="5652784" y="2816442"/>
                        <a:chExt cx="82296" cy="82296"/>
                      </a:xfrm>
                    </p:grpSpPr>
                    <p:sp>
                      <p:nvSpPr>
                        <p:cNvPr id="121" name="Oval 120"/>
                        <p:cNvSpPr/>
                        <p:nvPr/>
                      </p:nvSpPr>
                      <p:spPr>
                        <a:xfrm>
                          <a:off x="5652784" y="2816442"/>
                          <a:ext cx="82296" cy="82296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2" name="Oval 121"/>
                        <p:cNvSpPr/>
                        <p:nvPr/>
                      </p:nvSpPr>
                      <p:spPr>
                        <a:xfrm flipH="1">
                          <a:off x="5680421" y="2843692"/>
                          <a:ext cx="27432" cy="27432"/>
                        </a:xfrm>
                        <a:prstGeom prst="ellipse">
                          <a:avLst/>
                        </a:prstGeom>
                        <a:solidFill>
                          <a:srgbClr val="1C355E"/>
                        </a:solidFill>
                        <a:ln>
                          <a:solidFill>
                            <a:srgbClr val="1C355E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2" name="Group 101"/>
                      <p:cNvGrpSpPr/>
                      <p:nvPr/>
                    </p:nvGrpSpPr>
                    <p:grpSpPr>
                      <a:xfrm>
                        <a:off x="5951917" y="3263452"/>
                        <a:ext cx="494369" cy="552593"/>
                        <a:chOff x="5951917" y="3263452"/>
                        <a:chExt cx="494369" cy="552593"/>
                      </a:xfrm>
                    </p:grpSpPr>
                    <p:grpSp>
                      <p:nvGrpSpPr>
                        <p:cNvPr id="103" name="Group 102"/>
                        <p:cNvGrpSpPr/>
                        <p:nvPr/>
                      </p:nvGrpSpPr>
                      <p:grpSpPr>
                        <a:xfrm>
                          <a:off x="6118287" y="3268216"/>
                          <a:ext cx="267674" cy="510385"/>
                          <a:chOff x="6084376" y="3386435"/>
                          <a:chExt cx="267674" cy="510385"/>
                        </a:xfrm>
                      </p:grpSpPr>
                      <p:cxnSp>
                        <p:nvCxnSpPr>
                          <p:cNvPr id="119" name="Straight Connector 118"/>
                          <p:cNvCxnSpPr/>
                          <p:nvPr/>
                        </p:nvCxnSpPr>
                        <p:spPr>
                          <a:xfrm flipH="1">
                            <a:off x="6084376" y="3386435"/>
                            <a:ext cx="267674" cy="30598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0" name="Straight Connector 119"/>
                          <p:cNvCxnSpPr/>
                          <p:nvPr/>
                        </p:nvCxnSpPr>
                        <p:spPr>
                          <a:xfrm>
                            <a:off x="6084376" y="3692415"/>
                            <a:ext cx="0" cy="20440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1C355E"/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04" name="Group 103"/>
                        <p:cNvGrpSpPr/>
                        <p:nvPr/>
                      </p:nvGrpSpPr>
                      <p:grpSpPr>
                        <a:xfrm>
                          <a:off x="5951917" y="3263452"/>
                          <a:ext cx="494369" cy="552593"/>
                          <a:chOff x="5951917" y="3263452"/>
                          <a:chExt cx="494369" cy="552593"/>
                        </a:xfrm>
                      </p:grpSpPr>
                      <p:grpSp>
                        <p:nvGrpSpPr>
                          <p:cNvPr id="105" name="Group 104"/>
                          <p:cNvGrpSpPr/>
                          <p:nvPr/>
                        </p:nvGrpSpPr>
                        <p:grpSpPr>
                          <a:xfrm>
                            <a:off x="5951917" y="3263452"/>
                            <a:ext cx="381657" cy="552593"/>
                            <a:chOff x="5951917" y="3263452"/>
                            <a:chExt cx="381657" cy="552593"/>
                          </a:xfrm>
                        </p:grpSpPr>
                        <p:grpSp>
                          <p:nvGrpSpPr>
                            <p:cNvPr id="109" name="Group 108"/>
                            <p:cNvGrpSpPr/>
                            <p:nvPr/>
                          </p:nvGrpSpPr>
                          <p:grpSpPr>
                            <a:xfrm>
                              <a:off x="6065900" y="3263453"/>
                              <a:ext cx="267674" cy="449119"/>
                              <a:chOff x="6084376" y="3386435"/>
                              <a:chExt cx="267674" cy="449119"/>
                            </a:xfrm>
                          </p:grpSpPr>
                          <p:cxnSp>
                            <p:nvCxnSpPr>
                              <p:cNvPr id="117" name="Straight Connector 116"/>
                              <p:cNvCxnSpPr/>
                              <p:nvPr/>
                            </p:nvCxnSpPr>
                            <p:spPr>
                              <a:xfrm flipH="1">
                                <a:off x="6084376" y="3386435"/>
                                <a:ext cx="267674" cy="30598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8" name="Straight Connector 117"/>
                              <p:cNvCxnSpPr/>
                              <p:nvPr/>
                            </p:nvCxnSpPr>
                            <p:spPr>
                              <a:xfrm>
                                <a:off x="6084376" y="3692415"/>
                                <a:ext cx="0" cy="143139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rgbClr val="1C355E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grpSp>
                          <p:nvGrpSpPr>
                            <p:cNvPr id="110" name="Group 109"/>
                            <p:cNvGrpSpPr/>
                            <p:nvPr/>
                          </p:nvGrpSpPr>
                          <p:grpSpPr>
                            <a:xfrm>
                              <a:off x="5951917" y="3263452"/>
                              <a:ext cx="324500" cy="552593"/>
                              <a:chOff x="5951917" y="3263452"/>
                              <a:chExt cx="324500" cy="552593"/>
                            </a:xfrm>
                          </p:grpSpPr>
                          <p:grpSp>
                            <p:nvGrpSpPr>
                              <p:cNvPr id="111" name="Group 110"/>
                              <p:cNvGrpSpPr/>
                              <p:nvPr/>
                            </p:nvGrpSpPr>
                            <p:grpSpPr>
                              <a:xfrm>
                                <a:off x="6008743" y="3263452"/>
                                <a:ext cx="267674" cy="552593"/>
                                <a:chOff x="6084376" y="3386435"/>
                                <a:chExt cx="267674" cy="552593"/>
                              </a:xfrm>
                            </p:grpSpPr>
                            <p:cxnSp>
                              <p:nvCxnSpPr>
                                <p:cNvPr id="115" name="Straight Connector 114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16" name="Straight Connector 115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2631" cy="246613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grpSp>
                            <p:nvGrpSpPr>
                              <p:cNvPr id="112" name="Group 111"/>
                              <p:cNvGrpSpPr/>
                              <p:nvPr/>
                            </p:nvGrpSpPr>
                            <p:grpSpPr>
                              <a:xfrm>
                                <a:off x="5951917" y="3268851"/>
                                <a:ext cx="267674" cy="510385"/>
                                <a:chOff x="6084376" y="3386435"/>
                                <a:chExt cx="267674" cy="510385"/>
                              </a:xfrm>
                            </p:grpSpPr>
                            <p:cxnSp>
                              <p:nvCxnSpPr>
                                <p:cNvPr id="113" name="Straight Connector 112"/>
                                <p:cNvCxnSpPr/>
                                <p:nvPr/>
                              </p:nvCxnSpPr>
                              <p:spPr>
                                <a:xfrm flipH="1">
                                  <a:off x="6084376" y="3386435"/>
                                  <a:ext cx="267674" cy="305980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  <p:cxnSp>
                              <p:nvCxnSpPr>
                                <p:cNvPr id="114" name="Straight Connector 113"/>
                                <p:cNvCxnSpPr/>
                                <p:nvPr/>
                              </p:nvCxnSpPr>
                              <p:spPr>
                                <a:xfrm>
                                  <a:off x="6084376" y="3692415"/>
                                  <a:ext cx="0" cy="204405"/>
                                </a:xfrm>
                                <a:prstGeom prst="line">
                                  <a:avLst/>
                                </a:prstGeom>
                                <a:ln>
                                  <a:solidFill>
                                    <a:srgbClr val="1C355E"/>
                                  </a:solidFill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</p:grpSp>
                      </p:grpSp>
                      <p:grpSp>
                        <p:nvGrpSpPr>
                          <p:cNvPr id="106" name="Group 105"/>
                          <p:cNvGrpSpPr/>
                          <p:nvPr/>
                        </p:nvGrpSpPr>
                        <p:grpSpPr>
                          <a:xfrm>
                            <a:off x="6178612" y="3290441"/>
                            <a:ext cx="267674" cy="386209"/>
                            <a:chOff x="6084376" y="3386435"/>
                            <a:chExt cx="267674" cy="386209"/>
                          </a:xfrm>
                        </p:grpSpPr>
                        <p:cxnSp>
                          <p:nvCxnSpPr>
                            <p:cNvPr id="107" name="Straight Connector 106"/>
                            <p:cNvCxnSpPr/>
                            <p:nvPr/>
                          </p:nvCxnSpPr>
                          <p:spPr>
                            <a:xfrm flipH="1">
                              <a:off x="6084376" y="3386435"/>
                              <a:ext cx="267674" cy="30598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08" name="Straight Connector 107"/>
                            <p:cNvCxnSpPr/>
                            <p:nvPr/>
                          </p:nvCxnSpPr>
                          <p:spPr>
                            <a:xfrm>
                              <a:off x="6084376" y="3692415"/>
                              <a:ext cx="0" cy="80229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rgbClr val="1C355E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</p:grpSp>
                </p:grpSp>
              </p:grpSp>
              <p:grpSp>
                <p:nvGrpSpPr>
                  <p:cNvPr id="60" name="Group 59"/>
                  <p:cNvGrpSpPr/>
                  <p:nvPr/>
                </p:nvGrpSpPr>
                <p:grpSpPr>
                  <a:xfrm>
                    <a:off x="6178612" y="3499880"/>
                    <a:ext cx="594846" cy="277462"/>
                    <a:chOff x="6178612" y="3499880"/>
                    <a:chExt cx="594846" cy="277462"/>
                  </a:xfrm>
                </p:grpSpPr>
                <p:cxnSp>
                  <p:nvCxnSpPr>
                    <p:cNvPr id="94" name="Straight Connector 93"/>
                    <p:cNvCxnSpPr/>
                    <p:nvPr/>
                  </p:nvCxnSpPr>
                  <p:spPr>
                    <a:xfrm>
                      <a:off x="6178612" y="3676650"/>
                      <a:ext cx="66570" cy="100692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/>
                    <p:cNvCxnSpPr/>
                    <p:nvPr/>
                  </p:nvCxnSpPr>
                  <p:spPr>
                    <a:xfrm>
                      <a:off x="6241843" y="3777342"/>
                      <a:ext cx="260557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Straight Connector 95"/>
                    <p:cNvCxnSpPr/>
                    <p:nvPr/>
                  </p:nvCxnSpPr>
                  <p:spPr>
                    <a:xfrm flipV="1">
                      <a:off x="6504627" y="3499880"/>
                      <a:ext cx="268831" cy="274932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1" name="Group 60"/>
                  <p:cNvGrpSpPr/>
                  <p:nvPr/>
                </p:nvGrpSpPr>
                <p:grpSpPr>
                  <a:xfrm>
                    <a:off x="6761275" y="3451763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92" name="Oval 91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3" name="Oval 92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2" name="Group 61"/>
                  <p:cNvGrpSpPr/>
                  <p:nvPr/>
                </p:nvGrpSpPr>
                <p:grpSpPr>
                  <a:xfrm>
                    <a:off x="6204492" y="3596421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90" name="Straight Connector 89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Straight Connector 90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3" name="Group 62"/>
                  <p:cNvGrpSpPr/>
                  <p:nvPr/>
                </p:nvGrpSpPr>
                <p:grpSpPr>
                  <a:xfrm>
                    <a:off x="6229892" y="3713848"/>
                    <a:ext cx="501129" cy="171405"/>
                    <a:chOff x="6204492" y="3666223"/>
                    <a:chExt cx="501129" cy="171405"/>
                  </a:xfrm>
                </p:grpSpPr>
                <p:cxnSp>
                  <p:nvCxnSpPr>
                    <p:cNvPr id="88" name="Straight Connector 87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Straight Connector 88"/>
                    <p:cNvCxnSpPr/>
                    <p:nvPr/>
                  </p:nvCxnSpPr>
                  <p:spPr>
                    <a:xfrm flipV="1">
                      <a:off x="6534263" y="3666223"/>
                      <a:ext cx="171358" cy="171405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4" name="Group 63"/>
                  <p:cNvGrpSpPr/>
                  <p:nvPr/>
                </p:nvGrpSpPr>
                <p:grpSpPr>
                  <a:xfrm>
                    <a:off x="6172924" y="3694846"/>
                    <a:ext cx="646931" cy="241206"/>
                    <a:chOff x="6128474" y="3596421"/>
                    <a:chExt cx="646931" cy="241206"/>
                  </a:xfrm>
                </p:grpSpPr>
                <p:cxnSp>
                  <p:nvCxnSpPr>
                    <p:cNvPr id="86" name="Straight Connector 85"/>
                    <p:cNvCxnSpPr/>
                    <p:nvPr/>
                  </p:nvCxnSpPr>
                  <p:spPr>
                    <a:xfrm>
                      <a:off x="6128474" y="3836060"/>
                      <a:ext cx="406233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Straight Connector 86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5" name="Group 64"/>
                  <p:cNvGrpSpPr/>
                  <p:nvPr/>
                </p:nvGrpSpPr>
                <p:grpSpPr>
                  <a:xfrm>
                    <a:off x="6271167" y="3745646"/>
                    <a:ext cx="570913" cy="241206"/>
                    <a:chOff x="6204492" y="3596421"/>
                    <a:chExt cx="570913" cy="241206"/>
                  </a:xfrm>
                </p:grpSpPr>
                <p:cxnSp>
                  <p:nvCxnSpPr>
                    <p:cNvPr id="84" name="Straight Connector 83"/>
                    <p:cNvCxnSpPr/>
                    <p:nvPr/>
                  </p:nvCxnSpPr>
                  <p:spPr>
                    <a:xfrm>
                      <a:off x="6204492" y="3836059"/>
                      <a:ext cx="330215" cy="0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Straight Connector 84"/>
                    <p:cNvCxnSpPr/>
                    <p:nvPr/>
                  </p:nvCxnSpPr>
                  <p:spPr>
                    <a:xfrm flipV="1">
                      <a:off x="6534263" y="3596421"/>
                      <a:ext cx="241142" cy="241206"/>
                    </a:xfrm>
                    <a:prstGeom prst="line">
                      <a:avLst/>
                    </a:prstGeom>
                    <a:ln>
                      <a:solidFill>
                        <a:srgbClr val="1C355E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6" name="Oval 65"/>
                  <p:cNvSpPr/>
                  <p:nvPr/>
                </p:nvSpPr>
                <p:spPr>
                  <a:xfrm>
                    <a:off x="6767699" y="3581211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6722355" y="3672568"/>
                    <a:ext cx="45720" cy="45720"/>
                    <a:chOff x="5421260" y="3043613"/>
                    <a:chExt cx="82295" cy="82296"/>
                  </a:xfrm>
                </p:grpSpPr>
                <p:sp>
                  <p:nvSpPr>
                    <p:cNvPr id="82" name="Oval 81"/>
                    <p:cNvSpPr/>
                    <p:nvPr/>
                  </p:nvSpPr>
                  <p:spPr>
                    <a:xfrm>
                      <a:off x="5421260" y="3043613"/>
                      <a:ext cx="82295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3" name="Oval 82"/>
                    <p:cNvSpPr/>
                    <p:nvPr/>
                  </p:nvSpPr>
                  <p:spPr>
                    <a:xfrm flipH="1">
                      <a:off x="5448963" y="3070863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8" name="Oval 67"/>
                  <p:cNvSpPr/>
                  <p:nvPr/>
                </p:nvSpPr>
                <p:spPr>
                  <a:xfrm>
                    <a:off x="6810330" y="3673397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9" name="Group 68"/>
                  <p:cNvGrpSpPr/>
                  <p:nvPr/>
                </p:nvGrpSpPr>
                <p:grpSpPr>
                  <a:xfrm>
                    <a:off x="6834057" y="3724949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80" name="Oval 79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1" name="Oval 80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0" name="Group 69"/>
                  <p:cNvGrpSpPr/>
                  <p:nvPr/>
                </p:nvGrpSpPr>
                <p:grpSpPr>
                  <a:xfrm>
                    <a:off x="6165950" y="3808156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78" name="Oval 77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9" name="Oval 78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71" name="Oval 70"/>
                  <p:cNvSpPr/>
                  <p:nvPr/>
                </p:nvSpPr>
                <p:spPr>
                  <a:xfrm>
                    <a:off x="6229528" y="3871723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" name="Oval 71"/>
                  <p:cNvSpPr/>
                  <p:nvPr/>
                </p:nvSpPr>
                <p:spPr>
                  <a:xfrm>
                    <a:off x="6250961" y="3976502"/>
                    <a:ext cx="27432" cy="2743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solidFill>
                      <a:srgbClr val="1C355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73" name="Group 72"/>
                  <p:cNvGrpSpPr/>
                  <p:nvPr/>
                </p:nvGrpSpPr>
                <p:grpSpPr>
                  <a:xfrm>
                    <a:off x="6127848" y="3917691"/>
                    <a:ext cx="45720" cy="45720"/>
                    <a:chOff x="5652784" y="2816442"/>
                    <a:chExt cx="82296" cy="82296"/>
                  </a:xfrm>
                </p:grpSpPr>
                <p:sp>
                  <p:nvSpPr>
                    <p:cNvPr id="76" name="Oval 75"/>
                    <p:cNvSpPr/>
                    <p:nvPr/>
                  </p:nvSpPr>
                  <p:spPr>
                    <a:xfrm>
                      <a:off x="5652784" y="2816442"/>
                      <a:ext cx="82296" cy="82296"/>
                    </a:xfrm>
                    <a:prstGeom prst="ellipse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7" name="Oval 76"/>
                    <p:cNvSpPr/>
                    <p:nvPr/>
                  </p:nvSpPr>
                  <p:spPr>
                    <a:xfrm flipH="1">
                      <a:off x="5680421" y="2843692"/>
                      <a:ext cx="27432" cy="27432"/>
                    </a:xfrm>
                    <a:prstGeom prst="ellipse">
                      <a:avLst/>
                    </a:prstGeom>
                    <a:solidFill>
                      <a:srgbClr val="1C355E"/>
                    </a:solidFill>
                    <a:ln>
                      <a:solidFill>
                        <a:srgbClr val="1C355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74" name="Straight Connector 73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/>
                  <p:cNvCxnSpPr/>
                  <p:nvPr/>
                </p:nvCxnSpPr>
                <p:spPr>
                  <a:xfrm>
                    <a:off x="6855856" y="3774043"/>
                    <a:ext cx="0" cy="0"/>
                  </a:xfrm>
                  <a:prstGeom prst="line">
                    <a:avLst/>
                  </a:prstGeom>
                  <a:ln>
                    <a:solidFill>
                      <a:srgbClr val="1C355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3" name="Oval 52"/>
                <p:cNvSpPr/>
                <p:nvPr/>
              </p:nvSpPr>
              <p:spPr>
                <a:xfrm rot="7703424">
                  <a:off x="5714175" y="994489"/>
                  <a:ext cx="45720" cy="4572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 rot="7703424" flipH="1">
                  <a:off x="5729424" y="1009881"/>
                  <a:ext cx="15240" cy="15240"/>
                </a:xfrm>
                <a:prstGeom prst="ellipse">
                  <a:avLst/>
                </a:prstGeom>
                <a:solidFill>
                  <a:srgbClr val="1C355E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 rot="13163100">
                  <a:off x="6795692" y="1741464"/>
                  <a:ext cx="45719" cy="76517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 rot="2285086">
                  <a:off x="6602194" y="1705811"/>
                  <a:ext cx="187246" cy="456471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Rectangle 56"/>
                <p:cNvSpPr/>
                <p:nvPr/>
              </p:nvSpPr>
              <p:spPr>
                <a:xfrm rot="7703424">
                  <a:off x="5416657" y="1269928"/>
                  <a:ext cx="187246" cy="250607"/>
                </a:xfrm>
                <a:prstGeom prst="rect">
                  <a:avLst/>
                </a:prstGeom>
                <a:solidFill>
                  <a:srgbClr val="1C355E"/>
                </a:solidFill>
                <a:ln w="28575">
                  <a:solidFill>
                    <a:srgbClr val="1C35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8" name="Group 7"/>
            <p:cNvGrpSpPr/>
            <p:nvPr/>
          </p:nvGrpSpPr>
          <p:grpSpPr>
            <a:xfrm>
              <a:off x="2743200" y="914400"/>
              <a:ext cx="3957853" cy="3560432"/>
              <a:chOff x="3291840" y="914400"/>
              <a:chExt cx="3957853" cy="3560432"/>
            </a:xfrm>
            <a:solidFill>
              <a:schemeClr val="bg1"/>
            </a:solidFill>
          </p:grpSpPr>
          <p:grpSp>
            <p:nvGrpSpPr>
              <p:cNvPr id="10" name="Group 9"/>
              <p:cNvGrpSpPr/>
              <p:nvPr/>
            </p:nvGrpSpPr>
            <p:grpSpPr>
              <a:xfrm>
                <a:off x="3291840" y="914400"/>
                <a:ext cx="3957853" cy="3560432"/>
                <a:chOff x="1871981" y="1164537"/>
                <a:chExt cx="3904638" cy="3396895"/>
              </a:xfrm>
              <a:grpFill/>
            </p:grpSpPr>
            <p:sp>
              <p:nvSpPr>
                <p:cNvPr id="12" name="Oval 11"/>
                <p:cNvSpPr/>
                <p:nvPr/>
              </p:nvSpPr>
              <p:spPr>
                <a:xfrm rot="11985287">
                  <a:off x="4926375" y="1840852"/>
                  <a:ext cx="850244" cy="1129653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 rot="7419668">
                  <a:off x="1973452" y="2569599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 rot="9096172">
                  <a:off x="2603525" y="1480054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 rot="10070500">
                  <a:off x="3818981" y="1164537"/>
                  <a:ext cx="1008327" cy="121126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 rot="2058198">
                  <a:off x="4024524" y="2943692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 rot="6295454">
                  <a:off x="3003909" y="3208273"/>
                  <a:ext cx="1454495" cy="1251823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3261152" y="2574461"/>
                  <a:ext cx="1799216" cy="150152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/>
                <p:cNvSpPr/>
                <p:nvPr/>
              </p:nvSpPr>
              <p:spPr>
                <a:xfrm rot="1431027">
                  <a:off x="3154321" y="2546742"/>
                  <a:ext cx="1266505" cy="1948016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 rot="7834922">
                  <a:off x="4149994" y="2461733"/>
                  <a:ext cx="1068599" cy="1772447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 rot="17937924">
                  <a:off x="4313076" y="3080752"/>
                  <a:ext cx="318428" cy="1095870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4122106" y="4033340"/>
                  <a:ext cx="506277" cy="110881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3610116" y="3988005"/>
                  <a:ext cx="200541" cy="114064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/>
                <p:cNvSpPr/>
                <p:nvPr/>
              </p:nvSpPr>
              <p:spPr>
                <a:xfrm rot="19195174">
                  <a:off x="4054577" y="4049588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 rot="18103812">
                  <a:off x="3993695" y="4059862"/>
                  <a:ext cx="532143" cy="123299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" name="Oval 10"/>
              <p:cNvSpPr/>
              <p:nvPr/>
            </p:nvSpPr>
            <p:spPr>
              <a:xfrm rot="19763082">
                <a:off x="4882687" y="3827631"/>
                <a:ext cx="970387" cy="580874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2393361" y="3559783"/>
              <a:ext cx="3036324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ckwell" panose="02060603020205020403" pitchFamily="18" charset="0"/>
                </a:rPr>
                <a:t>Wacky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951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Rockwell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reyfrancis</dc:creator>
  <cp:lastModifiedBy>reyfrancis</cp:lastModifiedBy>
  <cp:revision>26</cp:revision>
  <dcterms:created xsi:type="dcterms:W3CDTF">2020-09-30T02:40:16Z</dcterms:created>
  <dcterms:modified xsi:type="dcterms:W3CDTF">2020-10-07T13:47:00Z</dcterms:modified>
</cp:coreProperties>
</file>